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Enhancing Security in Virtual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explores strategies to improve our team's readiness in detecting and responding to misapplied access-control policies on our virtual healthcare platform. Our goal is to ensure secure, compliant, and user-friendly services for our patients.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Understanding Access-Control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Overview of the history of access control policies in the healthcare industry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Analysis of the different types of access controls: discretionary, mandatory, and role-based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Discussion on the importance of strong access control policies in maintaining patient confidentiality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Examination of the consequences of poor access control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Review of the role of regulatory bodies in establishing access-control guidelines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Insight into the impact of technological advancements on access control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Evaluating Staff Readiness on Security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Overview of the current state of staff readiness on security measures at MediConn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Discussion on the correlation between staff training and security breaches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Analysis of staff feedback on previous security training programs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Breakdown of the key performance indicators used to measure staff readiness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Presentation of case studies highlighting the importance of staff readiness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Review of the latest trends in security training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Implementing Improved Access-Control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Examination of the factors to consider when implementing improved access control measures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Discussion on the role of technology in improving access control measures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Overview of the potential challenges in implementing improved access control measures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Insight into the process of benchmarking access control measures against industry standards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Analysis of the potential impact of improved access control measures on patient satisfaction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Review of the role of continuous improvement in access control measures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By focusing on these areas, we can significantly boost our staff's readiness to detect and respond to misapplied access-control policies. Let's take the necessary steps towards implementing these improved measures for a more secure virtual healthcare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