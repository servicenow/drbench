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MediConn Cybersecurity Analysis: Q1-Q3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 thorough analysis of our cybersecurity measures and practices, focusing particularly on our vulnerability scans conducted between January and September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Cybersecurity Landscape in Virtual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Rapid digitalization has increased the potential attack surface for cyber threats in the healthcare sector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the healthcare sector was the most targeted industry for cyber threats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advent of the Internet of Medical Things (IoMT) has introduced new vulnerabilities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Regulatory compliance, such as HIPAA and PIPEDA, are becoming more stringent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Cybersecurity insurance is becoming a necessity for virtual healthcare providers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Traditional security measures such as firewalls and antivirus software are no longer sufficient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Investment in cybersecurity is projected to increase by 15% 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Vulnerability Scans: Q1-Q3 2025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Vulnerability scans are an essential part of our cybersecurity strategy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use a combination of automated and manual scans to ensure comprehensive coverage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Our scans are designed to identify weaknesses in our network, systems, and applications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prioritize remediation efforts based on the severity of the vulnerabilities identified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vulnerability scanning processes are compliant with industry standards and regulations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 addition to scheduled scans, we conduct ad-hoc scans in response to specific threats or incidents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cybersecurity team regularly reviews and updates our scanning tools and methodologies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Improvements &amp; Recommendations for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recommend implementing a Security Information and Event Management (SIEM) system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 security awareness training for all staff is crucial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We should consider adopting a zero-trust security model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 Incident Response Plan (IRP) needs to be developed and regularly updated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multi-factor authentication can significantly reduce the risk of unauthorized access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Regular audits of our cybersecurity practices and systems are necessary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should explore the use of Artificial Intelligence (AI) in threat detection and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The data analyzed shows our robust commitment to cybersecurity. Moving forward, we recommend increased frequency of vulnerability scans and continued investment in high-quality cybersecurity measures.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