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191970"/>
                </a:solidFill>
              </a:defRPr>
            </a:pPr>
            <a:r>
              <a:t>SOP Compliance and Warehouse Operations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our pursuit for operational excellence, understanding the typical number of SOP documents in our warehouses is critical. This presentation explores SOP compliance within our warehouses in British Columbia as of October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Overview of Warehouse Operational Standards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Operational standards represent the best practices in warehouse management</a:t>
            </a:r>
          </a:p>
          <a:p>
            <a:pPr>
              <a:spcAft>
                <a:spcPts val="400"/>
              </a:spcAft>
              <a:defRPr sz="1600">
                <a:solidFill>
                  <a:srgbClr val="404040"/>
                </a:solidFill>
              </a:defRPr>
            </a:pPr>
            <a:r>
              <a:t>In 2023, there was a significant shift towards digital SOPs across the industry</a:t>
            </a:r>
          </a:p>
          <a:p>
            <a:pPr>
              <a:spcAft>
                <a:spcPts val="400"/>
              </a:spcAft>
              <a:defRPr sz="1600">
                <a:solidFill>
                  <a:srgbClr val="FFA500"/>
                </a:solidFill>
              </a:defRPr>
            </a:pPr>
            <a:r>
              <a:t>Warehouse operational standards often include safety procedures, equipment usage, and inventory management</a:t>
            </a:r>
          </a:p>
          <a:p>
            <a:pPr>
              <a:spcAft>
                <a:spcPts val="400"/>
              </a:spcAft>
              <a:defRPr sz="1600">
                <a:solidFill>
                  <a:srgbClr val="404040"/>
                </a:solidFill>
              </a:defRPr>
            </a:pPr>
            <a:r>
              <a:t>Continuous training is essential for maintaining the efficacy of operational standards</a:t>
            </a:r>
          </a:p>
          <a:p>
            <a:pPr>
              <a:spcAft>
                <a:spcPts val="400"/>
              </a:spcAft>
              <a:defRPr sz="1600">
                <a:solidFill>
                  <a:srgbClr val="404040"/>
                </a:solidFill>
              </a:defRPr>
            </a:pPr>
            <a:r>
              <a:t>Operational standards must be regularly reviewed and updated to ensure they remain relevant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Average SOP Documents in BC Warehouses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SOP documents are critical tools for ensuring consistent operations</a:t>
            </a:r>
          </a:p>
          <a:p>
            <a:pPr>
              <a:spcAft>
                <a:spcPts val="600"/>
              </a:spcAft>
              <a:defRPr sz="1800">
                <a:solidFill>
                  <a:srgbClr val="404040"/>
                </a:solidFill>
              </a:defRPr>
            </a:pPr>
            <a:r>
              <a:t>Digital SOPs have become increasingly popular in BC warehouses since 2020</a:t>
            </a:r>
          </a:p>
          <a:p>
            <a:pPr>
              <a:spcAft>
                <a:spcPts val="600"/>
              </a:spcAft>
              <a:defRPr sz="1800">
                <a:solidFill>
                  <a:srgbClr val="FFA500"/>
                </a:solidFill>
              </a:defRPr>
            </a:pPr>
            <a:r>
              <a:t>The number of SOP documents can vary based on the size and complexity of warehouse operations</a:t>
            </a:r>
          </a:p>
          <a:p>
            <a:pPr>
              <a:spcAft>
                <a:spcPts val="600"/>
              </a:spcAft>
              <a:defRPr sz="1800">
                <a:solidFill>
                  <a:srgbClr val="404040"/>
                </a:solidFill>
              </a:defRPr>
            </a:pPr>
            <a:r>
              <a:t>Some BC warehouses have begun integrating SOP documents into mobile applications for easy access</a:t>
            </a:r>
          </a:p>
          <a:p>
            <a:pPr>
              <a:spcAft>
                <a:spcPts val="600"/>
              </a:spcAft>
              <a:defRPr sz="1800">
                <a:solidFill>
                  <a:srgbClr val="404040"/>
                </a:solidFill>
              </a:defRPr>
            </a:pPr>
            <a:r>
              <a:t>The trend of SOP document usage in BC warehouses has been on the rise since 2018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Implications of SOP Compliance on Operational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Proper SOP compliance can significantly improve operational efficiency</a:t>
            </a:r>
          </a:p>
          <a:p>
            <a:pPr>
              <a:spcAft>
                <a:spcPts val="600"/>
              </a:spcAft>
              <a:defRPr sz="1800">
                <a:solidFill>
                  <a:srgbClr val="404040"/>
                </a:solidFill>
              </a:defRPr>
            </a:pPr>
            <a:r>
              <a:t>Non-compliance with SOPs can result in operational inconsistencies and potential safety risks</a:t>
            </a:r>
          </a:p>
          <a:p>
            <a:pPr>
              <a:spcAft>
                <a:spcPts val="600"/>
              </a:spcAft>
              <a:defRPr sz="1800">
                <a:solidFill>
                  <a:srgbClr val="FFA500"/>
                </a:solidFill>
              </a:defRPr>
            </a:pPr>
            <a:r>
              <a:t>Compliance monitoring should be a regular part of warehouse management</a:t>
            </a:r>
          </a:p>
          <a:p>
            <a:pPr>
              <a:spcAft>
                <a:spcPts val="600"/>
              </a:spcAft>
              <a:defRPr sz="1800">
                <a:solidFill>
                  <a:srgbClr val="404040"/>
                </a:solidFill>
              </a:defRPr>
            </a:pPr>
            <a:r>
              <a:t>Training programs play a crucial role in ensuring SOP compliance</a:t>
            </a:r>
          </a:p>
          <a:p>
            <a:pPr>
              <a:spcAft>
                <a:spcPts val="600"/>
              </a:spcAft>
              <a:defRPr sz="1800">
                <a:solidFill>
                  <a:srgbClr val="404040"/>
                </a:solidFill>
              </a:defRPr>
            </a:pPr>
            <a:r>
              <a:t>Technology can be leveraged to track and improve SOP compliance in warehouses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9197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A500"/>
                </a:solidFill>
              </a:defRPr>
            </a:pPr>
            <a:r>
              <a:t>Understanding the number of SOPs in our warehouses can assist in identifying areas for improvement and standardization. Let's ensure we leverage this insight to enhance our operational efficiency and maintain our commitment to quality service.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