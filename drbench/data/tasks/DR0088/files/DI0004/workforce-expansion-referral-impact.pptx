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B050"/>
                </a:solidFill>
              </a:defRPr>
            </a:pPr>
            <a:r>
              <a:t>Workforce Expansion &amp; Employee Referral Impact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050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This presentation analyses our recent workforce expansion, focusing on the impact of our employee referral program. It provides insights on the effectiveness of our referral program in our hiring process.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050"/>
                </a:solidFill>
              </a:defRPr>
            </a:pPr>
            <a:r>
              <a:t>Q2 Workforce Expansion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Total hiring in Q2 increased by 12% compared to Q1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Majority of new hires joined the technical and customer support departments</a:t>
            </a:r>
          </a:p>
          <a:p>
            <a:pPr>
              <a:spcAft>
                <a:spcPts val="400"/>
              </a:spcAft>
              <a:defRPr sz="1600">
                <a:solidFill>
                  <a:srgbClr val="FF8243"/>
                </a:solidFill>
              </a:defRPr>
            </a:pPr>
            <a:r>
              <a:t>A comprehensive onboarding process was initiated for all new hires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average experience of new hires in Q2 was 5.3 years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company introduced a new screening process in Q2 to improve the quality of hires</a:t>
            </a:r>
          </a:p>
          <a:p>
            <a:pPr>
              <a:spcAft>
                <a:spcPts val="400"/>
              </a:spcAft>
              <a:defRPr sz="1600">
                <a:solidFill>
                  <a:srgbClr val="FF8243"/>
                </a:solidFill>
              </a:defRPr>
            </a:pPr>
            <a:r>
              <a:t>The attrition rate observed in Q2 was 3%, lower than industry average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050"/>
                </a:solidFill>
              </a:defRPr>
            </a:pPr>
            <a:r>
              <a:t>Contribution of Employee Referral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employee referral program was introduced in 2018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program offers a bonus to employees who refer candidates that are successfully hired</a:t>
            </a:r>
          </a:p>
          <a:p>
            <a:pPr>
              <a:spcAft>
                <a:spcPts val="600"/>
              </a:spcAft>
              <a:defRPr sz="1800">
                <a:solidFill>
                  <a:srgbClr val="FF8243"/>
                </a:solidFill>
              </a:defRPr>
            </a:pPr>
            <a:r>
              <a:t>The program has been successful in attracting high-quality candidates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 survey revealed that employees find the referral program easy to use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program has seen steady participation since its inception</a:t>
            </a:r>
          </a:p>
          <a:p>
            <a:pPr>
              <a:spcAft>
                <a:spcPts val="600"/>
              </a:spcAft>
              <a:defRPr sz="1800">
                <a:solidFill>
                  <a:srgbClr val="FF8243"/>
                </a:solidFill>
              </a:defRPr>
            </a:pPr>
            <a:r>
              <a:t>In 2020, the program has undergone a few enhancements to make it more attractive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050"/>
                </a:solidFill>
              </a:defRPr>
            </a:pPr>
            <a:r>
              <a:t>Improving the Effectiveness of Referral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An online portal was introduced in Q1 to simplify the referral process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Employee training sessions were conducted in Q2 to promote the program</a:t>
            </a:r>
          </a:p>
          <a:p>
            <a:pPr>
              <a:spcAft>
                <a:spcPts val="400"/>
              </a:spcAft>
              <a:defRPr sz="1600">
                <a:solidFill>
                  <a:srgbClr val="FF8243"/>
                </a:solidFill>
              </a:defRPr>
            </a:pPr>
            <a:r>
              <a:t>A feedback mechanism is in place to continually improve the program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There are plans to increase the referral bonus in Q3 to motivate more employees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company is considering partnering with external agencies to boost the program</a:t>
            </a:r>
          </a:p>
          <a:p>
            <a:pPr>
              <a:spcAft>
                <a:spcPts val="400"/>
              </a:spcAft>
              <a:defRPr sz="1600">
                <a:solidFill>
                  <a:srgbClr val="FF8243"/>
                </a:solidFill>
              </a:defRPr>
            </a:pPr>
            <a:r>
              <a:t>The company is exploring the idea of 'referral drives' to amplify participation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05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8243"/>
                </a:solidFill>
              </a:defRPr>
            </a:pPr>
            <a:r>
              <a:t>Our employee referral program has significantly contributed to our recent hiring, but there is scope for improvement. We must leverage this potential to enhance our hiring process and achieve cost-effective recruitment.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