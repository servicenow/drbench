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Integrating AI in Cybersecurity: MediConn's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step into the era of AI-assisted cybersecurity, let's discuss how MediConn can integrate anomaly detection tools into our existing infrastructure. We aim to achieve this by Q3 2026 without disrupting our essential healthcare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Understanding Canada's 2025 CSCP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integration of AI anomaly detection tools aligns with Canadian CSCP guidelines for bolstered cyber resilience by 2025.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To ensure the seamless integration of new AI tools, MediConn is devising a comprehensive staging environment.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This staging environment mimics our live production system, offering a safe testing ground for the new AI tools.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Hosting this staging environment on a separate cloud infrastructure, we aim to prevent any potential disruptions to patient services.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isolation of the staging environment allows for rigorous security testing without the risk of service downtime.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This strategy ensures that the integration process of the new AI system doesn't interfere with MediConn's current workflow.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By implementing this approach, MediConn aligns with Canada’s strategic initiatives to strengthen its cyber resilience.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Importance of AI Anomaly Detection for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Explanation of how AI anomaly detection works in general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Discussion on the potential benefits of AI anomaly detection in various industries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Case studies of companies that have successfully used AI anomaly detection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Analysis of potential risks and challenges in implementing AI anomaly detection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Highlighting key trends in AI anomaly detection technology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Discussion on the future advancements in AI anomaly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Seamless Integration into MediConn's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Overview of MediConn's existing IT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Analysis of the potential impact of new technologies on MediConn's current operations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Review of past technology integrations at MediConn and lessons learned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Discussion on potential challenges in technology integration in the healthcare sector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Examination of the role of IT department in ensuring seamless technology integration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Highlighting the importance of continuous training and support during the integration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Adopting AI anomaly detection tool allows us to stay ahead of evolving cyber threats and aligns with Canada's 2025 CSCP directives. Our next step is to develop a detailed implementation roadmap ensuring minimal disruption to our healthcare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