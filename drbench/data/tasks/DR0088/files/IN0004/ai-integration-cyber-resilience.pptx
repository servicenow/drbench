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AI Integration for Enhanced Cyber Resilience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aim to fortify our cyber resilience in line with the 2025 CSCP, let's explore the integration of a new AI anomaly detection tool into our existing infrastructure. This presentation will outline the key considerations to ensure seamless integration and continuous healthcare service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Evolving Cyber Threat Landscape and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 issue previously encountered during AI integration was an increase in false positives, leading to the unnecessary isolation of crucial medical systems.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necessitates the development of a robust filtering system to distinguish genuine threats from benign anomalies.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Over time, model bias or drift was identified, leading to unnoticed real threats - a potential risk that needs to be addressed during the AI integration phase.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failure to integrate data with legacy hospital systems was another significant challenge in monitoring coverage.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To prevent this, ensuring seamless data integration between the new AI system and existing infrastructure will be essential.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Given the importance of uninterrupted healthcare service, it is critical to address these issues proactively to prevent operational disruptions.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is important to revisit and refine our approach periodically to adapt to the evolving cyber threat landscape.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AI Integration: 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Identification of barriers to AI integration in the healthcare sector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Examination of success stories of AI integration in other industries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Analysis of the financial implications of AI integration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Overview of regulations and compliance requirements for AI in healthcare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Exploration of potential solutions to overcome AI integration challenges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Discussion on the future of AI in healthcare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Plan for Uninterrupted Healthcare Service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Highlight of the importance of continuity in healthcare service delivery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Review of the impact of service disruptions on patient satisfaction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Description of strategies employed by other healthcare providers to ensure uninterrupted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Presentation of key metrics for measuring service continuity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of the role of technology in maintaining service continuity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Discussion on the potential of AI in improving service continuity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In conclusion, the integration of AI for anomaly detection is a strategic step towards enhancing our cyber resilience. Our next steps will involve detailed risk assessment, careful planning, and rigorous testing to ensure a smooth transition and minimal disruption to our healthcare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