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Employee Payroll Management at MediConn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Today, we will discuss the details of our payroll management system at MediConn Solutions. We will focus on the frequency of our payroll distribution and the implications it has on our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Overview of MediConn's Payroll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Payroll system employs a robust SaaS solution for accurate records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Integrated with time management and HR modules for seamless operations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Compliance with local law and regulations ensured by automated updates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Payroll system processes about 250 employee's salary data every month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System includes functionality for tax calculations and deductions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Real-time reports available to management for financial planning and forecasting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Implemented in January 2018, with an annual subscription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Payroll Frequency and its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Payroll frequency impacts cash flow and operational efficiency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More frequent payrolls can lead to higher administrative costs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Less frequent payrolls may affect employee satisfaction and retention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Payroll frequency can influence financial audit and regulation compliance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Choice of payroll frequency often reflects industry standards and norms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Payroll frequency decisions should factor in HR and finance team capabilities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Employers need to consider tax implications related to payroll frequency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Payroll System Improvement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Implementing AI-powered analytics for predictive insights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Enhancing data security measures to protect sensitive employee information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Upgrading to a more user-friendly interface for easier navigation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Incorporating an employee self-service portal for pay stubs and tax forms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Streamlining the process for adding new employees to the system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Exploring integration with third-party benefits providers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Evaluating potential for blockchain technology to reduce fraud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C00"/>
                </a:solidFill>
              </a:defRPr>
            </a:pPr>
            <a:r>
              <a:t>Understanding our payroll frequency helps us optimize our financial management. As we move forward, let's consider potential improvement opportunities to make our payroll system more efficient and effective.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