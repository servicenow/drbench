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Elexion's 2025 Accessory Sales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provide a comprehensive understanding of Elexion's accessory sales growth in 2025. We will delve into the key drivers of this growth and its impact on our overall business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2025 Automotive Accessory Market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Global automotive accessory market grew by 6% in 2025</a:t>
            </a:r>
          </a:p>
          <a:p>
            <a:pPr>
              <a:spcAft>
                <a:spcPts val="600"/>
              </a:spcAft>
              <a:defRPr sz="1800">
                <a:solidFill>
                  <a:srgbClr val="404040"/>
                </a:solidFill>
              </a:defRPr>
            </a:pPr>
            <a:r>
              <a:t>Electric vehicle (EV) accessory market share increased by 12% in 2025</a:t>
            </a:r>
          </a:p>
          <a:p>
            <a:pPr>
              <a:spcAft>
                <a:spcPts val="600"/>
              </a:spcAft>
              <a:defRPr sz="1800">
                <a:solidFill>
                  <a:srgbClr val="FF6347"/>
                </a:solidFill>
              </a:defRPr>
            </a:pPr>
            <a:r>
              <a:t>Asia-Pacific region dominated the accessory market with a 35% share</a:t>
            </a:r>
          </a:p>
          <a:p>
            <a:pPr>
              <a:spcAft>
                <a:spcPts val="600"/>
              </a:spcAft>
              <a:defRPr sz="1800">
                <a:solidFill>
                  <a:srgbClr val="404040"/>
                </a:solidFill>
              </a:defRPr>
            </a:pPr>
            <a:r>
              <a:t>Technological advancements were a key driver of market growth</a:t>
            </a:r>
          </a:p>
          <a:p>
            <a:pPr>
              <a:spcAft>
                <a:spcPts val="600"/>
              </a:spcAft>
              <a:defRPr sz="1800">
                <a:solidFill>
                  <a:srgbClr val="404040"/>
                </a:solidFill>
              </a:defRPr>
            </a:pPr>
            <a:r>
              <a:t>The market was heavily influenced by changing customer preferences</a:t>
            </a:r>
          </a:p>
          <a:p>
            <a:pPr>
              <a:spcAft>
                <a:spcPts val="600"/>
              </a:spcAft>
              <a:defRPr sz="1800">
                <a:solidFill>
                  <a:srgbClr val="FF6347"/>
                </a:solidFill>
              </a:defRPr>
            </a:pPr>
            <a:r>
              <a:t>The impact of the COVID-19 pandemic continued to affect the market in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Elexion's Accessory Sales Performance in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introduced 10 new accessory products in 2025</a:t>
            </a:r>
          </a:p>
          <a:p>
            <a:pPr>
              <a:spcAft>
                <a:spcPts val="400"/>
              </a:spcAft>
              <a:defRPr sz="1600">
                <a:solidFill>
                  <a:srgbClr val="404040"/>
                </a:solidFill>
              </a:defRPr>
            </a:pPr>
            <a:r>
              <a:t>Elexion's top selling accessory was the EV charging station</a:t>
            </a:r>
          </a:p>
          <a:p>
            <a:pPr>
              <a:spcAft>
                <a:spcPts val="400"/>
              </a:spcAft>
              <a:defRPr sz="1600">
                <a:solidFill>
                  <a:srgbClr val="FF6347"/>
                </a:solidFill>
              </a:defRPr>
            </a:pPr>
            <a:r>
              <a:t>Elexion expanded its accessory sales to Europe in 2025</a:t>
            </a:r>
          </a:p>
          <a:p>
            <a:pPr>
              <a:spcAft>
                <a:spcPts val="400"/>
              </a:spcAft>
              <a:defRPr sz="1600">
                <a:solidFill>
                  <a:srgbClr val="404040"/>
                </a:solidFill>
              </a:defRPr>
            </a:pPr>
            <a:r>
              <a:t>Elexion's accessory sales accounted for 20% of total product sales in 2025</a:t>
            </a:r>
          </a:p>
          <a:p>
            <a:pPr>
              <a:spcAft>
                <a:spcPts val="400"/>
              </a:spcAft>
              <a:defRPr sz="1600">
                <a:solidFill>
                  <a:srgbClr val="404040"/>
                </a:solidFill>
              </a:defRPr>
            </a:pPr>
            <a:r>
              <a:t>Elexion's accessory sales were strongest in Q4 of 2025</a:t>
            </a:r>
          </a:p>
          <a:p>
            <a:pPr>
              <a:spcAft>
                <a:spcPts val="400"/>
              </a:spcAft>
              <a:defRPr sz="1600">
                <a:solidFill>
                  <a:srgbClr val="FF6347"/>
                </a:solidFill>
              </a:defRPr>
            </a:pPr>
            <a:r>
              <a:t>Elexion's accessory sales team won the company's internal performance award in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Impact of Accessory Sales on Elexion's 2025 Revenue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Accessory sales contributed significantly to Elexion's overall 2025 revenue</a:t>
            </a:r>
          </a:p>
          <a:p>
            <a:pPr>
              <a:spcAft>
                <a:spcPts val="600"/>
              </a:spcAft>
              <a:defRPr sz="1800">
                <a:solidFill>
                  <a:srgbClr val="404040"/>
                </a:solidFill>
              </a:defRPr>
            </a:pPr>
            <a:r>
              <a:t>Q4 saw the highest contribution from accessory sales to total revenue</a:t>
            </a:r>
          </a:p>
          <a:p>
            <a:pPr>
              <a:spcAft>
                <a:spcPts val="600"/>
              </a:spcAft>
              <a:defRPr sz="1800">
                <a:solidFill>
                  <a:srgbClr val="FF6347"/>
                </a:solidFill>
              </a:defRPr>
            </a:pPr>
            <a:r>
              <a:t>The revenue from accessory sales allowed Elexion to invest in new R&amp;D projects</a:t>
            </a:r>
          </a:p>
          <a:p>
            <a:pPr>
              <a:spcAft>
                <a:spcPts val="600"/>
              </a:spcAft>
              <a:defRPr sz="1800">
                <a:solidFill>
                  <a:srgbClr val="404040"/>
                </a:solidFill>
              </a:defRPr>
            </a:pPr>
            <a:r>
              <a:t>The success of accessory sales has led to an expansion of the accessory sales team</a:t>
            </a:r>
          </a:p>
          <a:p>
            <a:pPr>
              <a:spcAft>
                <a:spcPts val="600"/>
              </a:spcAft>
              <a:defRPr sz="1800">
                <a:solidFill>
                  <a:srgbClr val="404040"/>
                </a:solidFill>
              </a:defRPr>
            </a:pPr>
            <a:r>
              <a:t>Elexion's accessory sales revenue was reinvested into marketing campaigns for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Our accessory sales in 2025 demonstrated significant growth, contributing positively to our overall revenue. Going forward, we should continue to leverage these insights to optimize our accessory portfolio and drive further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