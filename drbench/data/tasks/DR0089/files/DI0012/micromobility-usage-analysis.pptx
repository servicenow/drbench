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Micromobility Usage Analysis: Elexion Automotive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analyze the adoption of Elexion Automotive's micromobility options among US commuters in 2024. The insights drawn will guide our strategic plans for future market expansion and product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Evolving Landscape of Micromobility Market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Global micromobility market expected to reach $150 billion by 2025</a:t>
            </a:r>
          </a:p>
          <a:p>
            <a:pPr>
              <a:spcAft>
                <a:spcPts val="600"/>
              </a:spcAft>
              <a:defRPr sz="1800">
                <a:solidFill>
                  <a:srgbClr val="404040"/>
                </a:solidFill>
              </a:defRPr>
            </a:pPr>
            <a:r>
              <a:t>Increase in urbanization is driving the adoption of micromobility solutions</a:t>
            </a:r>
          </a:p>
          <a:p>
            <a:pPr>
              <a:spcAft>
                <a:spcPts val="600"/>
              </a:spcAft>
              <a:defRPr sz="1800">
                <a:solidFill>
                  <a:srgbClr val="FFD700"/>
                </a:solidFill>
              </a:defRPr>
            </a:pPr>
            <a:r>
              <a:t>Micromobility is becoming an integral part of smart city initiatives</a:t>
            </a:r>
          </a:p>
          <a:p>
            <a:pPr>
              <a:spcAft>
                <a:spcPts val="600"/>
              </a:spcAft>
              <a:defRPr sz="1800">
                <a:solidFill>
                  <a:srgbClr val="404040"/>
                </a:solidFill>
              </a:defRPr>
            </a:pPr>
            <a:r>
              <a:t>Key players in the micromobility market include Bird, Lime, and Spin</a:t>
            </a:r>
          </a:p>
          <a:p>
            <a:pPr>
              <a:spcAft>
                <a:spcPts val="600"/>
              </a:spcAft>
              <a:defRPr sz="1800">
                <a:solidFill>
                  <a:srgbClr val="404040"/>
                </a:solidFill>
              </a:defRPr>
            </a:pPr>
            <a:r>
              <a:t>Legislation and regulation are major factors influencing market growth</a:t>
            </a:r>
          </a:p>
          <a:p>
            <a:pPr>
              <a:spcAft>
                <a:spcPts val="600"/>
              </a:spcAft>
              <a:defRPr sz="1800">
                <a:solidFill>
                  <a:srgbClr val="FFD700"/>
                </a:solidFill>
              </a:defRPr>
            </a:pPr>
            <a:r>
              <a:t>Rising environmental concerns have led to increased interest in electric micromobility solutions</a:t>
            </a:r>
          </a:p>
          <a:p>
            <a:pPr>
              <a:spcAft>
                <a:spcPts val="600"/>
              </a:spcAft>
              <a:defRPr sz="1800">
                <a:solidFill>
                  <a:srgbClr val="404040"/>
                </a:solidFill>
              </a:defRPr>
            </a:pPr>
            <a:r>
              <a:t>Technological advancements, such as IoT and AI, playing a significant role in the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Elexion's Micromobility Adoption Among US Commuters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Elexion launched its micromobility solutions in 2019</a:t>
            </a:r>
          </a:p>
          <a:p>
            <a:pPr>
              <a:spcAft>
                <a:spcPts val="600"/>
              </a:spcAft>
              <a:defRPr sz="1800">
                <a:solidFill>
                  <a:srgbClr val="404040"/>
                </a:solidFill>
              </a:defRPr>
            </a:pPr>
            <a:r>
              <a:t>The company has operations in over 20 US cities</a:t>
            </a:r>
          </a:p>
          <a:p>
            <a:pPr>
              <a:spcAft>
                <a:spcPts val="600"/>
              </a:spcAft>
              <a:defRPr sz="1800">
                <a:solidFill>
                  <a:srgbClr val="FFD700"/>
                </a:solidFill>
              </a:defRPr>
            </a:pPr>
            <a:r>
              <a:t>Elexion's micromobility solutions include electric bikes and scooters</a:t>
            </a:r>
          </a:p>
          <a:p>
            <a:pPr>
              <a:spcAft>
                <a:spcPts val="600"/>
              </a:spcAft>
              <a:defRPr sz="1800">
                <a:solidFill>
                  <a:srgbClr val="404040"/>
                </a:solidFill>
              </a:defRPr>
            </a:pPr>
            <a:r>
              <a:t>The company has a strong focus on safety and reliability</a:t>
            </a:r>
          </a:p>
          <a:p>
            <a:pPr>
              <a:spcAft>
                <a:spcPts val="600"/>
              </a:spcAft>
              <a:defRPr sz="1800">
                <a:solidFill>
                  <a:srgbClr val="404040"/>
                </a:solidFill>
              </a:defRPr>
            </a:pPr>
            <a:r>
              <a:t>Elexion uses advanced technology for fleet management and user experience</a:t>
            </a:r>
          </a:p>
          <a:p>
            <a:pPr>
              <a:spcAft>
                <a:spcPts val="600"/>
              </a:spcAft>
              <a:defRPr sz="1800">
                <a:solidFill>
                  <a:srgbClr val="FFD700"/>
                </a:solidFill>
              </a:defRPr>
            </a:pPr>
            <a:r>
              <a:t>The company's micromobility solutions are popular among millennials and Gen 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Implications for Future Market Expansion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 plans to expand its operations to Europe and Asia</a:t>
            </a:r>
          </a:p>
          <a:p>
            <a:pPr>
              <a:spcAft>
                <a:spcPts val="400"/>
              </a:spcAft>
              <a:defRPr sz="1600">
                <a:solidFill>
                  <a:srgbClr val="404040"/>
                </a:solidFill>
              </a:defRPr>
            </a:pPr>
            <a:r>
              <a:t>The company is investing in R&amp;D to improve its products and services</a:t>
            </a:r>
          </a:p>
          <a:p>
            <a:pPr>
              <a:spcAft>
                <a:spcPts val="400"/>
              </a:spcAft>
              <a:defRPr sz="1600">
                <a:solidFill>
                  <a:srgbClr val="FFD700"/>
                </a:solidFill>
              </a:defRPr>
            </a:pPr>
            <a:r>
              <a:t>Elexion is exploring partnerships with local governments for sustainable transportation</a:t>
            </a:r>
          </a:p>
          <a:p>
            <a:pPr>
              <a:spcAft>
                <a:spcPts val="400"/>
              </a:spcAft>
              <a:defRPr sz="1600">
                <a:solidFill>
                  <a:srgbClr val="404040"/>
                </a:solidFill>
              </a:defRPr>
            </a:pPr>
            <a:r>
              <a:t>The company is considering acquisitions to expand its market reach</a:t>
            </a:r>
          </a:p>
          <a:p>
            <a:pPr>
              <a:spcAft>
                <a:spcPts val="400"/>
              </a:spcAft>
              <a:defRPr sz="1600">
                <a:solidFill>
                  <a:srgbClr val="404040"/>
                </a:solidFill>
              </a:defRPr>
            </a:pPr>
            <a:r>
              <a:t>Elexion is looking to diversify its micromobility offerings</a:t>
            </a:r>
          </a:p>
          <a:p>
            <a:pPr>
              <a:spcAft>
                <a:spcPts val="400"/>
              </a:spcAft>
              <a:defRPr sz="1600">
                <a:solidFill>
                  <a:srgbClr val="FFD700"/>
                </a:solidFill>
              </a:defRPr>
            </a:pPr>
            <a:r>
              <a:t>Regulatory changes and public acceptance will play a key role in future expansion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The adoption rate of our micromobility solutions reveals significant progress in our market penetration efforts. Moving forward, these insights will steer our strategic decisions to capitalize on this growth and enhance our product offerings.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