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Customer Demographics Trends Analysis - January 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provide a comprehensive analysis of our online customer demographic trends as reported by Sofia Patel in January 2025. The insights will be valuable in refining our marketing strategy and enhancing customer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Overview of Online Customer Demographics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Lee's Market has invested heavily in its online platform since 2020</a:t>
            </a:r>
          </a:p>
          <a:p>
            <a:pPr>
              <a:spcAft>
                <a:spcPts val="400"/>
              </a:spcAft>
              <a:defRPr sz="1600">
                <a:solidFill>
                  <a:srgbClr val="404040"/>
                </a:solidFill>
              </a:defRPr>
            </a:pPr>
            <a:r>
              <a:t>In 2024, online sales accounted for 35% of total sales</a:t>
            </a:r>
          </a:p>
          <a:p>
            <a:pPr>
              <a:spcAft>
                <a:spcPts val="400"/>
              </a:spcAft>
              <a:defRPr sz="1600">
                <a:solidFill>
                  <a:srgbClr val="FF8243"/>
                </a:solidFill>
              </a:defRPr>
            </a:pPr>
            <a:r>
              <a:t>Peak online sales typically occur during the holiday season</a:t>
            </a:r>
          </a:p>
          <a:p>
            <a:pPr>
              <a:spcAft>
                <a:spcPts val="400"/>
              </a:spcAft>
              <a:defRPr sz="1600">
                <a:solidFill>
                  <a:srgbClr val="404040"/>
                </a:solidFill>
              </a:defRPr>
            </a:pPr>
            <a:r>
              <a:t>The most popular categories purchased online are fresh produce and pantry essentials</a:t>
            </a:r>
          </a:p>
          <a:p>
            <a:pPr>
              <a:spcAft>
                <a:spcPts val="400"/>
              </a:spcAft>
              <a:defRPr sz="1600">
                <a:solidFill>
                  <a:srgbClr val="404040"/>
                </a:solidFill>
              </a:defRPr>
            </a:pPr>
            <a:r>
              <a:t>Online customers often use the 'Click and Collect' service to pick up their online orders</a:t>
            </a:r>
          </a:p>
          <a:p>
            <a:pPr>
              <a:spcAft>
                <a:spcPts val="400"/>
              </a:spcAft>
              <a:defRPr sz="1600">
                <a:solidFill>
                  <a:srgbClr val="FF8243"/>
                </a:solidFill>
              </a:defRPr>
            </a:pPr>
            <a:r>
              <a:t>The online platform offers a multilingual interface to cater to diverse customers</a:t>
            </a:r>
          </a:p>
          <a:p>
            <a:pPr>
              <a:spcAft>
                <a:spcPts val="400"/>
              </a:spcAft>
              <a:defRPr sz="1600">
                <a:solidFill>
                  <a:srgbClr val="404040"/>
                </a:solidFill>
              </a:defRPr>
            </a:pPr>
            <a:r>
              <a:t>Lee’s Market has integrated AI technology to enhance personalized shopping experiences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Key Findings from January 2025 Report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report was compiled by the data analytics team over a period of three months</a:t>
            </a:r>
          </a:p>
          <a:p>
            <a:pPr>
              <a:spcAft>
                <a:spcPts val="600"/>
              </a:spcAft>
              <a:defRPr sz="1800">
                <a:solidFill>
                  <a:srgbClr val="404040"/>
                </a:solidFill>
              </a:defRPr>
            </a:pPr>
            <a:r>
              <a:t>Methodologies used in the report included data mining, predictive modeling, and customer segmentation</a:t>
            </a:r>
          </a:p>
          <a:p>
            <a:pPr>
              <a:spcAft>
                <a:spcPts val="600"/>
              </a:spcAft>
              <a:defRPr sz="1800">
                <a:solidFill>
                  <a:srgbClr val="FF8243"/>
                </a:solidFill>
              </a:defRPr>
            </a:pPr>
            <a:r>
              <a:t>The report covered various aspects of the business including in-store, online, and delivery services</a:t>
            </a:r>
          </a:p>
          <a:p>
            <a:pPr>
              <a:spcAft>
                <a:spcPts val="600"/>
              </a:spcAft>
              <a:defRPr sz="1800">
                <a:solidFill>
                  <a:srgbClr val="404040"/>
                </a:solidFill>
              </a:defRPr>
            </a:pPr>
            <a:r>
              <a:t>The report identified the most and least profitable product categories</a:t>
            </a:r>
          </a:p>
          <a:p>
            <a:pPr>
              <a:spcAft>
                <a:spcPts val="600"/>
              </a:spcAft>
              <a:defRPr sz="1800">
                <a:solidFill>
                  <a:srgbClr val="404040"/>
                </a:solidFill>
              </a:defRPr>
            </a:pPr>
            <a:r>
              <a:t>January 2025 saw an increase in online sales compared to January 2024</a:t>
            </a:r>
          </a:p>
          <a:p>
            <a:pPr>
              <a:spcAft>
                <a:spcPts val="600"/>
              </a:spcAft>
              <a:defRPr sz="1800">
                <a:solidFill>
                  <a:srgbClr val="FF8243"/>
                </a:solidFill>
              </a:defRPr>
            </a:pPr>
            <a:r>
              <a:t>The report also highlighted areas of improvement in customer service and delivery efficiency</a:t>
            </a:r>
          </a:p>
          <a:p>
            <a:pPr>
              <a:spcAft>
                <a:spcPts val="600"/>
              </a:spcAft>
              <a:defRPr sz="1800">
                <a:solidFill>
                  <a:srgbClr val="404040"/>
                </a:solidFill>
              </a:defRPr>
            </a:pPr>
            <a:r>
              <a:t>Sofia Patel recommended a series of A/B tests to optimize the online shopping experience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Implications for Our Future Marketing Strategies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 greater focus on data-driven marketing is recommended</a:t>
            </a:r>
          </a:p>
          <a:p>
            <a:pPr>
              <a:spcAft>
                <a:spcPts val="600"/>
              </a:spcAft>
              <a:defRPr sz="1800">
                <a:solidFill>
                  <a:srgbClr val="404040"/>
                </a:solidFill>
              </a:defRPr>
            </a:pPr>
            <a:r>
              <a:t>The report suggests leveraging social media platforms for marketing</a:t>
            </a:r>
          </a:p>
          <a:p>
            <a:pPr>
              <a:spcAft>
                <a:spcPts val="600"/>
              </a:spcAft>
              <a:defRPr sz="1800">
                <a:solidFill>
                  <a:srgbClr val="FF8243"/>
                </a:solidFill>
              </a:defRPr>
            </a:pPr>
            <a:r>
              <a:t>The company is considering partnerships with influencers for product promotion</a:t>
            </a:r>
          </a:p>
          <a:p>
            <a:pPr>
              <a:spcAft>
                <a:spcPts val="600"/>
              </a:spcAft>
              <a:defRPr sz="1800">
                <a:solidFill>
                  <a:srgbClr val="404040"/>
                </a:solidFill>
              </a:defRPr>
            </a:pPr>
            <a:r>
              <a:t>A shift towards more eco-friendly packaging could improve brand image</a:t>
            </a:r>
          </a:p>
          <a:p>
            <a:pPr>
              <a:spcAft>
                <a:spcPts val="600"/>
              </a:spcAft>
              <a:defRPr sz="1800">
                <a:solidFill>
                  <a:srgbClr val="404040"/>
                </a:solidFill>
              </a:defRPr>
            </a:pPr>
            <a:r>
              <a:t>SEO optimization is a key focus area to enhance online visibility</a:t>
            </a:r>
          </a:p>
          <a:p>
            <a:pPr>
              <a:spcAft>
                <a:spcPts val="600"/>
              </a:spcAft>
              <a:defRPr sz="1800">
                <a:solidFill>
                  <a:srgbClr val="FF8243"/>
                </a:solidFill>
              </a:defRPr>
            </a:pPr>
            <a:r>
              <a:t>Personalized email marketing campaigns have shown promising results</a:t>
            </a:r>
          </a:p>
          <a:p>
            <a:pPr>
              <a:spcAft>
                <a:spcPts val="600"/>
              </a:spcAft>
              <a:defRPr sz="1800">
                <a:solidFill>
                  <a:srgbClr val="404040"/>
                </a:solidFill>
              </a:defRPr>
            </a:pPr>
            <a:r>
              <a:t>Customer loyalty programs are being reevaluated to increase customer retention rates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The demographic analysis of our online customers reveals key insights into our customer base that can be leveraged for future marketing strategies. The next steps involve integrating these insights into our marketing decisions and tracking the impact on customer engagement and sales.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