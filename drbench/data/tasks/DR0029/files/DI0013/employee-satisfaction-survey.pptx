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Employee Development &amp; Satisfaction Survey Q4 2024</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insights into our marketing team's engagement with the new certification training program. It will highlight their motivations for participation and areas for improvement in our employee development initiatives.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Employee Certification Training Participation</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certification training program was initiated in Q1 2024</a:t>
            </a:r>
          </a:p>
          <a:p>
            <a:pPr>
              <a:spcAft>
                <a:spcPts val="400"/>
              </a:spcAft>
              <a:defRPr sz="1600">
                <a:solidFill>
                  <a:srgbClr val="404040"/>
                </a:solidFill>
              </a:defRPr>
            </a:pPr>
            <a:r>
              <a:t>As of Q4 2024, 68% of the overall workforce have enrolled in the program</a:t>
            </a:r>
          </a:p>
          <a:p>
            <a:pPr>
              <a:spcAft>
                <a:spcPts val="400"/>
              </a:spcAft>
              <a:defRPr sz="1600">
                <a:solidFill>
                  <a:srgbClr val="FF6347"/>
                </a:solidFill>
              </a:defRPr>
            </a:pPr>
            <a:r>
              <a:t>32% of enrolled employees are from the operations team</a:t>
            </a:r>
          </a:p>
          <a:p>
            <a:pPr>
              <a:spcAft>
                <a:spcPts val="400"/>
              </a:spcAft>
              <a:defRPr sz="1600">
                <a:solidFill>
                  <a:srgbClr val="404040"/>
                </a:solidFill>
              </a:defRPr>
            </a:pPr>
            <a:r>
              <a:t>14% of participants have completed the program and received certification</a:t>
            </a:r>
          </a:p>
          <a:p>
            <a:pPr>
              <a:spcAft>
                <a:spcPts val="400"/>
              </a:spcAft>
              <a:defRPr sz="1600">
                <a:solidFill>
                  <a:srgbClr val="404040"/>
                </a:solidFill>
              </a:defRPr>
            </a:pPr>
            <a:r>
              <a:t>The average completion time for the program is 4.5 months</a:t>
            </a:r>
          </a:p>
          <a:p>
            <a:pPr>
              <a:spcAft>
                <a:spcPts val="400"/>
              </a:spcAft>
              <a:defRPr sz="1600">
                <a:solidFill>
                  <a:srgbClr val="FF6347"/>
                </a:solidFill>
              </a:defRPr>
            </a:pPr>
            <a:r>
              <a:t>Participants have shown a 10% improvement in task efficiency post certification</a:t>
            </a:r>
          </a:p>
          <a:p>
            <a:pPr>
              <a:spcAft>
                <a:spcPts val="400"/>
              </a:spcAft>
              <a:defRPr sz="1600">
                <a:solidFill>
                  <a:srgbClr val="404040"/>
                </a:solidFill>
              </a:defRPr>
            </a:pPr>
            <a:r>
              <a:t>The HR team is planning to introduce advanced levels in the certification program in Q1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Motivations for Engaging in Professional Development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90% of employees engage in professional development for improved job performance</a:t>
            </a:r>
          </a:p>
          <a:p>
            <a:pPr>
              <a:spcAft>
                <a:spcPts val="600"/>
              </a:spcAft>
              <a:defRPr sz="1800">
                <a:solidFill>
                  <a:srgbClr val="404040"/>
                </a:solidFill>
              </a:defRPr>
            </a:pPr>
            <a:r>
              <a:t>70% of employees seek professional development to adapt to changing job roles</a:t>
            </a:r>
          </a:p>
          <a:p>
            <a:pPr>
              <a:spcAft>
                <a:spcPts val="600"/>
              </a:spcAft>
              <a:defRPr sz="1800">
                <a:solidFill>
                  <a:srgbClr val="FF6347"/>
                </a:solidFill>
              </a:defRPr>
            </a:pPr>
            <a:r>
              <a:t>Professional development has been linked to a 15% increase in employee retention</a:t>
            </a:r>
          </a:p>
          <a:p>
            <a:pPr>
              <a:spcAft>
                <a:spcPts val="600"/>
              </a:spcAft>
              <a:defRPr sz="1800">
                <a:solidFill>
                  <a:srgbClr val="404040"/>
                </a:solidFill>
              </a:defRPr>
            </a:pPr>
            <a:r>
              <a:t>60% of employees feel professional development improves job satisfaction</a:t>
            </a:r>
          </a:p>
          <a:p>
            <a:pPr>
              <a:spcAft>
                <a:spcPts val="600"/>
              </a:spcAft>
              <a:defRPr sz="1800">
                <a:solidFill>
                  <a:srgbClr val="404040"/>
                </a:solidFill>
              </a:defRPr>
            </a:pPr>
            <a:r>
              <a:t>The customer service team has shown the highest interest in professional development programs</a:t>
            </a:r>
          </a:p>
          <a:p>
            <a:pPr>
              <a:spcAft>
                <a:spcPts val="600"/>
              </a:spcAft>
              <a:defRPr sz="1800">
                <a:solidFill>
                  <a:srgbClr val="FF6347"/>
                </a:solidFill>
              </a:defRPr>
            </a:pPr>
            <a:r>
              <a:t>Employee performance reviews indicate a positive correlation between professional development and job efficiency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Addressing Training Deficiencies &amp; Career Advancement Concerns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2023, a 5-step career development plan was introduced for all employees</a:t>
            </a:r>
          </a:p>
          <a:p>
            <a:pPr>
              <a:spcAft>
                <a:spcPts val="600"/>
              </a:spcAft>
              <a:defRPr sz="1800">
                <a:solidFill>
                  <a:srgbClr val="404040"/>
                </a:solidFill>
              </a:defRPr>
            </a:pPr>
            <a:r>
              <a:t>The HR team conducts career advancement workshops on a quarterly basis</a:t>
            </a:r>
          </a:p>
          <a:p>
            <a:pPr>
              <a:spcAft>
                <a:spcPts val="600"/>
              </a:spcAft>
              <a:defRPr sz="1800">
                <a:solidFill>
                  <a:srgbClr val="FF6347"/>
                </a:solidFill>
              </a:defRPr>
            </a:pPr>
            <a:r>
              <a:t>An employee mentorship program was initiated in Q2 2024 to address training deficiencies</a:t>
            </a:r>
          </a:p>
          <a:p>
            <a:pPr>
              <a:spcAft>
                <a:spcPts val="600"/>
              </a:spcAft>
              <a:defRPr sz="1800">
                <a:solidFill>
                  <a:srgbClr val="404040"/>
                </a:solidFill>
              </a:defRPr>
            </a:pPr>
            <a:r>
              <a:t>80% of employees have reported improved clarity on their career path since the introduction of the 5-step plan</a:t>
            </a:r>
          </a:p>
          <a:p>
            <a:pPr>
              <a:spcAft>
                <a:spcPts val="600"/>
              </a:spcAft>
              <a:defRPr sz="1800">
                <a:solidFill>
                  <a:srgbClr val="404040"/>
                </a:solidFill>
              </a:defRPr>
            </a:pPr>
            <a:r>
              <a:t>The company has seen a 10% increase in internal promotions since the 5-step plan implementation</a:t>
            </a:r>
          </a:p>
          <a:p>
            <a:pPr>
              <a:spcAft>
                <a:spcPts val="600"/>
              </a:spcAft>
              <a:defRPr sz="1800">
                <a:solidFill>
                  <a:srgbClr val="FF6347"/>
                </a:solidFill>
              </a:defRPr>
            </a:pPr>
            <a:r>
              <a:t>A 'Training Need Analysis' is conducted annually to identify and address training gaps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Understanding our team's drive for career advancement and need for comprehensive training is key to refining our employee development program. Let's use this insight to create a more robust, career-enhancing training environment for our marketing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