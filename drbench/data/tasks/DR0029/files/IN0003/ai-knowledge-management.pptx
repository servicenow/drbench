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sz="4400" b="1">
                <a:solidFill>
                  <a:srgbClr val="228B22"/>
                </a:solidFill>
              </a:defRPr>
            </a:pPr>
            <a:r>
              <a:t>Leveraging AI for Knowledge Management</a:t>
            </a:r>
          </a:p>
        </p:txBody>
      </p:sp>
      <p:sp>
        <p:nvSpPr>
          <p:cNvPr id="3" name="Subtitle 2"/>
          <p:cNvSpPr>
            <a:spLocks noGrp="1"/>
          </p:cNvSpPr>
          <p:nvPr>
            <p:ph type="subTitle" idx="1"/>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228B22"/>
                </a:solidFill>
              </a:defRPr>
            </a:pPr>
            <a:r>
              <a:t>Introduction</a:t>
            </a:r>
          </a:p>
        </p:txBody>
      </p:sp>
      <p:sp>
        <p:nvSpPr>
          <p:cNvPr id="3" name="Content Placeholder 2"/>
          <p:cNvSpPr>
            <a:spLocks noGrp="1"/>
          </p:cNvSpPr>
          <p:nvPr>
            <p:ph idx="1"/>
          </p:nvPr>
        </p:nvSpPr>
        <p:spPr/>
        <p:txBody>
          <a:bodyPr/>
          <a:lstStyle/>
          <a:p/>
          <a:p>
            <a:pPr>
              <a:spcAft>
                <a:spcPts val="800"/>
              </a:spcAft>
              <a:defRPr sz="1800">
                <a:solidFill>
                  <a:srgbClr val="404040"/>
                </a:solidFill>
              </a:defRPr>
            </a:pPr>
            <a:r>
              <a:t>As we embrace the digital transformation era, it’s crucial to consider the role of AI in enhancing our knowledge management systems to improve employee retention rates. This presentation will shed light on possible strategies that can be implemented.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228B22"/>
                </a:solidFill>
              </a:defRPr>
            </a:pPr>
            <a:r>
              <a:t>Current Knowledge Management Systems and Challenges</a:t>
            </a:r>
          </a:p>
        </p:txBody>
      </p:sp>
      <p:sp>
        <p:nvSpPr>
          <p:cNvPr id="3" name="Content Placeholder 2"/>
          <p:cNvSpPr>
            <a:spLocks noGrp="1"/>
          </p:cNvSpPr>
          <p:nvPr>
            <p:ph idx="1"/>
          </p:nvPr>
        </p:nvSpPr>
        <p:spPr>
          <a:xfrm>
            <a:off x="457200" y="1828800"/>
            <a:ext cx="4114800" cy="3657600"/>
          </a:xfrm>
        </p:spPr>
        <p:txBody>
          <a:bodyPr/>
          <a:lstStyle/>
          <a:p/>
          <a:p>
            <a:pPr>
              <a:spcAft>
                <a:spcPts val="400"/>
              </a:spcAft>
              <a:defRPr sz="1600">
                <a:solidFill>
                  <a:srgbClr val="404040"/>
                </a:solidFill>
              </a:defRPr>
            </a:pPr>
            <a:r>
              <a:t>The collaboration of the KM team with IT in 2024 resulted in the development of an AI-integrated knowledge base, significantly expediting the onboarding and training process for new hires.</a:t>
            </a:r>
          </a:p>
          <a:p>
            <a:pPr>
              <a:spcAft>
                <a:spcPts val="400"/>
              </a:spcAft>
              <a:defRPr sz="1600">
                <a:solidFill>
                  <a:srgbClr val="404040"/>
                </a:solidFill>
              </a:defRPr>
            </a:pPr>
            <a:r>
              <a:t>The AI-powered knowledge system has led to substantial time savings for retail staff, enabling them to retrieve particular product information rapidly and efficiently.</a:t>
            </a:r>
          </a:p>
          <a:p>
            <a:pPr>
              <a:spcAft>
                <a:spcPts val="400"/>
              </a:spcAft>
              <a:defRPr sz="1600">
                <a:solidFill>
                  <a:srgbClr val="FF8C00"/>
                </a:solidFill>
              </a:defRPr>
            </a:pPr>
            <a:r>
              <a:t>The new AI-enabled system has also improved the consistency and accuracy of information, resulting in fewer errors in product details and more confident staff.</a:t>
            </a:r>
          </a:p>
          <a:p>
            <a:pPr>
              <a:spcAft>
                <a:spcPts val="400"/>
              </a:spcAft>
              <a:defRPr sz="1600">
                <a:solidFill>
                  <a:srgbClr val="404040"/>
                </a:solidFill>
              </a:defRPr>
            </a:pPr>
            <a:r>
              <a:t>However, the challenge remains in keeping the system updated with the ever-changing product line and ensuring the AI can accurately interpret complex queries.</a:t>
            </a:r>
          </a:p>
          <a:p>
            <a:pPr>
              <a:spcAft>
                <a:spcPts val="400"/>
              </a:spcAft>
              <a:defRPr sz="1600">
                <a:solidFill>
                  <a:srgbClr val="404040"/>
                </a:solidFill>
              </a:defRPr>
            </a:pPr>
            <a:r>
              <a:t>The potential solution lies in continuous refinement and learning of the AI system, ensuring it remains up-to-date and effective in handling complex queries and providing accurate information.</a:t>
            </a:r>
          </a:p>
          <a:p>
            <a:pPr>
              <a:spcAft>
                <a:spcPts val="400"/>
              </a:spcAft>
              <a:defRPr sz="1600">
                <a:solidFill>
                  <a:srgbClr val="FF8C00"/>
                </a:solidFill>
              </a:defRPr>
            </a:pPr>
            <a:r>
              <a:t>We also need to focus on the potential of AI to gamify training resources, as suggested by KNOWMAX, to further enhance staff productivity and knowledge improvement.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228B22"/>
                </a:solidFill>
              </a:defRPr>
            </a:pPr>
            <a:r>
              <a:t>AI-Driven Enhancements in Knowledge Management</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Use of AI can standardize and automate documentation process</a:t>
            </a:r>
          </a:p>
          <a:p>
            <a:pPr>
              <a:spcAft>
                <a:spcPts val="600"/>
              </a:spcAft>
              <a:defRPr sz="1800">
                <a:solidFill>
                  <a:srgbClr val="404040"/>
                </a:solidFill>
              </a:defRPr>
            </a:pPr>
            <a:r>
              <a:t>AI can help in predicting knowledge needs based on market trends</a:t>
            </a:r>
          </a:p>
          <a:p>
            <a:pPr>
              <a:spcAft>
                <a:spcPts val="600"/>
              </a:spcAft>
              <a:defRPr sz="1800">
                <a:solidFill>
                  <a:srgbClr val="FF8C00"/>
                </a:solidFill>
              </a:defRPr>
            </a:pPr>
            <a:r>
              <a:t>AI can enhance search functionality for internal knowledge databases</a:t>
            </a:r>
          </a:p>
          <a:p>
            <a:pPr>
              <a:spcAft>
                <a:spcPts val="600"/>
              </a:spcAft>
              <a:defRPr sz="1800">
                <a:solidFill>
                  <a:srgbClr val="404040"/>
                </a:solidFill>
              </a:defRPr>
            </a:pPr>
            <a:r>
              <a:t>AI can help in creating personalized learning paths for employees</a:t>
            </a:r>
          </a:p>
          <a:p>
            <a:pPr>
              <a:spcAft>
                <a:spcPts val="600"/>
              </a:spcAft>
              <a:defRPr sz="1800">
                <a:solidFill>
                  <a:srgbClr val="404040"/>
                </a:solidFill>
              </a:defRPr>
            </a:pPr>
            <a:r>
              <a:t>Integration of AI with existing systems can be a challenge</a:t>
            </a:r>
          </a:p>
          <a:p>
            <a:pPr>
              <a:spcAft>
                <a:spcPts val="600"/>
              </a:spcAft>
              <a:defRPr sz="1800">
                <a:solidFill>
                  <a:srgbClr val="FF8C00"/>
                </a:solidFill>
              </a:defRPr>
            </a:pPr>
            <a:r>
              <a:t>Thorough testing is required to ensure the effectiveness of AI solutions</a:t>
            </a:r>
          </a:p>
          <a:p>
            <a:pPr>
              <a:spcAft>
                <a:spcPts val="600"/>
              </a:spcAft>
              <a:defRPr sz="1800">
                <a:solidFill>
                  <a:srgbClr val="404040"/>
                </a:solidFill>
              </a:defRPr>
            </a:pPr>
            <a:r>
              <a:t>AI cannot replace human interaction and knowledge sharing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228B22"/>
                </a:solidFill>
              </a:defRPr>
            </a:pPr>
            <a:r>
              <a:t>Potential Impact on Employee Retention</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Employee retention can be influenced by a variety of factors including job satisfaction, compensation, and work-life balance</a:t>
            </a:r>
          </a:p>
          <a:p>
            <a:pPr>
              <a:spcAft>
                <a:spcPts val="600"/>
              </a:spcAft>
              <a:defRPr sz="1800">
                <a:solidFill>
                  <a:srgbClr val="404040"/>
                </a:solidFill>
              </a:defRPr>
            </a:pPr>
            <a:r>
              <a:t>High employee turnover can impact customer satisfaction</a:t>
            </a:r>
          </a:p>
          <a:p>
            <a:pPr>
              <a:spcAft>
                <a:spcPts val="600"/>
              </a:spcAft>
              <a:defRPr sz="1800">
                <a:solidFill>
                  <a:srgbClr val="FF8C00"/>
                </a:solidFill>
              </a:defRPr>
            </a:pPr>
            <a:r>
              <a:t>Poor knowledge management can lead to frustration and lower productivity among employees</a:t>
            </a:r>
          </a:p>
          <a:p>
            <a:pPr>
              <a:spcAft>
                <a:spcPts val="600"/>
              </a:spcAft>
              <a:defRPr sz="1800">
                <a:solidFill>
                  <a:srgbClr val="404040"/>
                </a:solidFill>
              </a:defRPr>
            </a:pPr>
            <a:r>
              <a:t>Regular training opportunities can boost employee morale and retention</a:t>
            </a:r>
          </a:p>
          <a:p>
            <a:pPr>
              <a:spcAft>
                <a:spcPts val="600"/>
              </a:spcAft>
              <a:defRPr sz="1800">
                <a:solidFill>
                  <a:srgbClr val="404040"/>
                </a:solidFill>
              </a:defRPr>
            </a:pPr>
            <a:r>
              <a:t>Employee engagement activities can also contribute to lower turnover rates</a:t>
            </a:r>
          </a:p>
          <a:p>
            <a:pPr>
              <a:spcAft>
                <a:spcPts val="600"/>
              </a:spcAft>
              <a:defRPr sz="1800">
                <a:solidFill>
                  <a:srgbClr val="FF8C00"/>
                </a:solidFill>
              </a:defRPr>
            </a:pPr>
            <a:r>
              <a:t>A clear career progression path is important for retaining talent</a:t>
            </a:r>
          </a:p>
          <a:p>
            <a:pPr>
              <a:spcAft>
                <a:spcPts val="600"/>
              </a:spcAft>
              <a:defRPr sz="1800">
                <a:solidFill>
                  <a:srgbClr val="404040"/>
                </a:solidFill>
              </a:defRPr>
            </a:pPr>
            <a:r>
              <a:t>Employees value transparency in company processes and decision making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228B22"/>
                </a:solidFill>
              </a:defRPr>
            </a:pPr>
            <a:r>
              <a:t>Conclusion</a:t>
            </a:r>
          </a:p>
        </p:txBody>
      </p:sp>
      <p:sp>
        <p:nvSpPr>
          <p:cNvPr id="3" name="Content Placeholder 2"/>
          <p:cNvSpPr>
            <a:spLocks noGrp="1"/>
          </p:cNvSpPr>
          <p:nvPr>
            <p:ph idx="1"/>
          </p:nvPr>
        </p:nvSpPr>
        <p:spPr/>
        <p:txBody>
          <a:bodyPr/>
          <a:lstStyle/>
          <a:p/>
          <a:p>
            <a:pPr>
              <a:spcAft>
                <a:spcPts val="800"/>
              </a:spcAft>
              <a:defRPr sz="1800" b="1">
                <a:solidFill>
                  <a:srgbClr val="FF8C00"/>
                </a:solidFill>
              </a:defRPr>
            </a:pPr>
            <a:r>
              <a:t>Reinventing our knowledge management systems using AI can create a more interactive and efficient learning environment, potentially improving employee retention. As we continue to innovate, it’s important to prioritize our employees' learning experience in line with our growth strategy.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