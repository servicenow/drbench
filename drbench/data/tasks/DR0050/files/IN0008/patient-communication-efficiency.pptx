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7030A0"/>
                </a:solidFill>
              </a:defRPr>
            </a:pPr>
            <a:r>
              <a:t>Enhancing Patient Communication for Service Efficiency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continue to grow in the virtual healthcare space, improving patient communication is paramount. This presentation will explore strategies to optimize our communication channels and reduce service calls.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Current State of Customer Service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Q3 2024, our corporate program participants benefitted from pre-negotiated rates and streamlined billing, either charged directly to the employer or subsidised.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Analysis of recent call records revealed a significant knowledge gap among patients, with 65% unclear about their specific coverage limitations.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For instance, patients were largely unaware of their 5-session-per-year coverage and the distinction between services requiring co-pays versus those fully covered by their employer.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Despite this confusion, there is currently no strategy in place to enhance communication and reduce this volume of calls.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lack of clarity in billing and coverage details has led to an increasing number of unnecessary service calls, impacting our overall efficiency.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This communication gap not only strains our customer service resources but also risks patient satisfaction and retention.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current communication strategy may need to consider incorporating AI, given its growing prominence in healthcare patient communication as suggested by industry leaders.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Patient Communication Improvement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aim to provide ongoing staff training on effective communication and empathetic listening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Implementing a clearer, more user-friendly interface on our platform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Exploring opportunities for enhancing communication through email and text messaging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Considering the use of AI to automate routine inquiries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Introducing a feedback system for customers to voice their concerns and suggestions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Developing a comprehensive FAQ section on our website to address common inquiries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Regularly updating our online resources for customer education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Anticipated Impact on Service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10% reduction in service calls is expected with the implementation of a new FAQ section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Anticipate an increase in call volume during the initial roll-out of new communication strategies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 potential 15% decrease in calls related to appointment scheduling with a more user-friendly interface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Expect a surge of inquiries following the launch of any new platform features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5% reduction in calls routed to the medical team is anticipated with better staff training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A significant reduction in waiting times is expected with the use of AI for routine inquiries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7030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By implementing these patient communication strategies, we can expect to see a significant decrease in service calls. Let's aim to roll out these initiatives by the start of Q1 2025 to assess their effectiveness.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