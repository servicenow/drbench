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Customer Service Contact Trends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explore the various methods our customers use to reach our customer service. We'll focus particularly on the trends observed in March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Overview of Customer Service Contact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MediConn Solutions utilizes a multichannel customer service approach including phone, live chat, email, and social media messaging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customer service department is staffed 24/7 to ensure prompt responses across all channels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MediConn invests heavily in customer service training to ensure quality across all contact channels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MediConn's IT department continually updates and maintains the digital platforms to ensure seamless customer interactions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 ongoing goal is to increase the percentage of customer issues resolved on the first contact, currently at 75%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MediConn also utilizes AI technology to assist with customer service queries during peak times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Q4 2023, MediConn introduced a new customer service chatbot to handle routine inquiries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Customer Contact Trends in Q1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Q1 2024 showed a general increase in customer contact across all channels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customer service department handled an average of 2,000 contacts per day in Q1 2024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There was an uptick in customer service contacts after the introduction of a new Telemedicine feature in January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wait time across all channels was reduced by 15% compared to Q4 2023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satisfaction scores averaged 85% in Q1 2024, a 5% increase from Q4 2023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customer service department introduced a new feedback system in February 2024 to better understand customer needs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March 2024, the customer service department launched a new initiative to further reduce wait times across all 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Most Utilized Customer Service Channel in March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MediConn's customer service department handles a diverse range of queries across all contact channels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customer service department made several updates to the live chat platform in March 2024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response time for email queries improved significantly in March 2024 due to staff training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March 2024, the phone support team handled a significant increase in call volume due to a system update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Social media messaging remains a minor but growing contact method, with usage increasing by 10% in March 2024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MediConn's customer service department aims to deliver consistent service quality across all channels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March 2024, the customer service department handled an unusually high volume of contacts due to a system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Understanding our customers' preferred contact methods allows us to optimize our customer service channels. Let's strategize on how we can enhance our most utilized channel for improved customer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