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8080"/>
                </a:solidFill>
              </a:defRPr>
            </a:pPr>
            <a:r>
              <a:t>Customer Service Training Analysis Q3 2024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808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This presentation provides a comprehensive review of our customer service training initiatives in Q3 2024. We will delve into the details of continuing education hours completed by each representative.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8080"/>
                </a:solidFill>
              </a:defRPr>
            </a:pPr>
            <a:r>
              <a:t>Overview of Customer Service Training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Initial training for customer service representatives spans over 6 weeks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Training modules include areas such as data privacy, communication skills, and technical know-how</a:t>
            </a:r>
          </a:p>
          <a:p>
            <a:pPr>
              <a:spcAft>
                <a:spcPts val="600"/>
              </a:spcAft>
              <a:defRPr sz="1800">
                <a:solidFill>
                  <a:srgbClr val="FF6347"/>
                </a:solidFill>
              </a:defRPr>
            </a:pPr>
            <a:r>
              <a:t>Advanced training covers areas such as conflict resolution and crisis management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We also conduct periodic training sessions on new features and updates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Training methods include online courses, webinars, and interactive sessions</a:t>
            </a:r>
          </a:p>
          <a:p>
            <a:pPr>
              <a:spcAft>
                <a:spcPts val="600"/>
              </a:spcAft>
              <a:defRPr sz="1800">
                <a:solidFill>
                  <a:srgbClr val="FF6347"/>
                </a:solidFill>
              </a:defRPr>
            </a:pPr>
            <a:r>
              <a:t>Our trainers come with extensive experience in healthcare and customer service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We measure training effectiveness through assessments and feedback surveys.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8080"/>
                </a:solidFill>
              </a:defRPr>
            </a:pPr>
            <a:r>
              <a:t>Breakdown of Continuing Education Hours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Our customer service team completes an average of 40 hours of continuing education annually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Mandatory training modules require approximately 20 hours per year</a:t>
            </a:r>
          </a:p>
          <a:p>
            <a:pPr>
              <a:spcAft>
                <a:spcPts val="400"/>
              </a:spcAft>
              <a:defRPr sz="1600">
                <a:solidFill>
                  <a:srgbClr val="FF6347"/>
                </a:solidFill>
              </a:defRPr>
            </a:pPr>
            <a:r>
              <a:t>Voluntary courses, webinars, and workshops make up the remaining continuing education hours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average completion rate for voluntary courses is 75%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Most continuing education courses are completed during the slow business periods</a:t>
            </a:r>
          </a:p>
          <a:p>
            <a:pPr>
              <a:spcAft>
                <a:spcPts val="400"/>
              </a:spcAft>
              <a:defRPr sz="1600">
                <a:solidFill>
                  <a:srgbClr val="FF6347"/>
                </a:solidFill>
              </a:defRPr>
            </a:pPr>
            <a:r>
              <a:t>Our ongoing goal is to increase the average continuing education hours by 10% annually.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8080"/>
                </a:solidFill>
              </a:defRPr>
            </a:pPr>
            <a:r>
              <a:t>Impact of Training on Customer Satisfaction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 10% increase in training hours correlates with a 5% increase in customer satisfaction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Customer complaints reduced by 15% post the introduction of advanced training</a:t>
            </a:r>
          </a:p>
          <a:p>
            <a:pPr>
              <a:spcAft>
                <a:spcPts val="600"/>
              </a:spcAft>
              <a:defRPr sz="1800">
                <a:solidFill>
                  <a:srgbClr val="FF6347"/>
                </a:solidFill>
              </a:defRPr>
            </a:pPr>
            <a:r>
              <a:t>Customer representatives with over 50 hours of training have higher customer satisfaction ratings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Our Net Promoter Score increased by 10 points after the implementation of the new training curriculum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Feedback from customers indicates appreciation for the knowledgeable and professional service</a:t>
            </a:r>
          </a:p>
          <a:p>
            <a:pPr>
              <a:spcAft>
                <a:spcPts val="600"/>
              </a:spcAft>
              <a:defRPr sz="1800">
                <a:solidFill>
                  <a:srgbClr val="FF6347"/>
                </a:solidFill>
              </a:defRPr>
            </a:pPr>
            <a:r>
              <a:t>There is a positive correlation between continuing education hours and customer retention.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808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6347"/>
                </a:solidFill>
              </a:defRPr>
            </a:pPr>
            <a:r>
              <a:t>The Q3 2024 analysis indicates a positive trend in continuing education among our customer service representatives. We should continue our investment in training programs to enhance customer satisfaction and service quality.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