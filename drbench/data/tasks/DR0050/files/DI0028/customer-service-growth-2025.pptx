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8C00"/>
                </a:solidFill>
              </a:defRPr>
            </a:pPr>
            <a:r>
              <a:t>Customer Service Growth Analysis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Today, we will delve into the expansion of our customer service team during 2025. The focus will be on the growth metrics from Q1 to Q4.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Q1-Q4 2025: Staffing Trends and Impacts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Implemented new hiring process in Q2, reducing the average time to hire by 15%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Recruited 35 new employees across different departments in Q3</a:t>
            </a:r>
          </a:p>
          <a:p>
            <a:pPr>
              <a:spcAft>
                <a:spcPts val="400"/>
              </a:spcAft>
              <a:defRPr sz="1600">
                <a:solidFill>
                  <a:srgbClr val="4682B4"/>
                </a:solidFill>
              </a:defRPr>
            </a:pPr>
            <a:r>
              <a:t>Introduced remote work option in Q4, impacting 40% of the workforce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Implemented a 360-degree feedback system in Q1 to enhance employee performance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Increased focus on diversity hiring, with 30% more diverse hires in Q4 compared to Q1</a:t>
            </a:r>
          </a:p>
          <a:p>
            <a:pPr>
              <a:spcAft>
                <a:spcPts val="400"/>
              </a:spcAft>
              <a:defRPr sz="1600">
                <a:solidFill>
                  <a:srgbClr val="4682B4"/>
                </a:solidFill>
              </a:defRPr>
            </a:pPr>
            <a:r>
              <a:t>Launched an employee wellness program in Q2, resulting in a 20% decrease in sick leaves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Detailed Breakdown: Customer Service Team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Introduced training programs for customer service representatives in Q2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Upgraded customer service software in Q3, improving response time by 10%</a:t>
            </a:r>
          </a:p>
          <a:p>
            <a:pPr>
              <a:spcAft>
                <a:spcPts val="400"/>
              </a:spcAft>
              <a:defRPr sz="1600">
                <a:solidFill>
                  <a:srgbClr val="4682B4"/>
                </a:solidFill>
              </a:defRPr>
            </a:pPr>
            <a:r>
              <a:t>Set up a new customer service center in Ontario in Q4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Implemented a performance-based incentive plan for customer service employees in Q1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Decreased average call handling time by 5% in Q3 through process improvements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Correlation: Customer Service Expansion and Customer Satisfaction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Customer satisfaction scores increased by 15% in Q3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Noticed a 20% decrease in customer complaints in Q4</a:t>
            </a:r>
          </a:p>
          <a:p>
            <a:pPr>
              <a:spcAft>
                <a:spcPts val="600"/>
              </a:spcAft>
              <a:defRPr sz="1800">
                <a:solidFill>
                  <a:srgbClr val="4682B4"/>
                </a:solidFill>
              </a:defRPr>
            </a:pPr>
            <a:r>
              <a:t>Introduced a new customer feedback system in Q1, leading to improved product features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Increased customer retention rate by 10% in Q2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25% more positive reviews on online platforms in Q4 compared to Q1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4682B4"/>
                </a:solidFill>
              </a:defRPr>
            </a:pPr>
            <a:r>
              <a:t>The significant growth in our customer service team has directly contributed to enhanced customer satisfaction. Moving forward, we need to maintain this momentum to continue delivering superior virtual healthcare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