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Enhancing Patient Communication for Service Efficiency</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MediConn Solutions continues to grow, effective patient communication becomes increasingly pivotal in maintaining customer satisfaction and operational efficiency. This presentation explores strategies to enhance our patient communication, aiming to reduce service calls in Q1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Understanding Current Patient Communication Channels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As of Q3 2024, Ontario patients have been able to utilize provincial telehealth billing codes, leading to a cost reduction of 20%.</a:t>
            </a:r>
          </a:p>
          <a:p>
            <a:pPr>
              <a:spcAft>
                <a:spcPts val="400"/>
              </a:spcAft>
              <a:defRPr sz="1600">
                <a:solidFill>
                  <a:srgbClr val="404040"/>
                </a:solidFill>
              </a:defRPr>
            </a:pPr>
            <a:r>
              <a:t>In contrast, British Columbia patients are billed at standard rates, with no provincial codes applicable.</a:t>
            </a:r>
          </a:p>
          <a:p>
            <a:pPr>
              <a:spcAft>
                <a:spcPts val="400"/>
              </a:spcAft>
              <a:defRPr sz="1600">
                <a:solidFill>
                  <a:srgbClr val="FF8C00"/>
                </a:solidFill>
              </a:defRPr>
            </a:pPr>
            <a:r>
              <a:t>Consequently, these billing practices impact the information our customer service can provide to patients regarding their financial responsibilities.</a:t>
            </a:r>
          </a:p>
          <a:p>
            <a:pPr>
              <a:spcAft>
                <a:spcPts val="400"/>
              </a:spcAft>
              <a:defRPr sz="1600">
                <a:solidFill>
                  <a:srgbClr val="404040"/>
                </a:solidFill>
              </a:defRPr>
            </a:pPr>
            <a:r>
              <a:t>Our customer service team is equipped to communicate administrative follow-up procedures like booking referrals, while strictly adhering to regulations that prohibit the provision of medical advice.</a:t>
            </a:r>
          </a:p>
          <a:p>
            <a:pPr>
              <a:spcAft>
                <a:spcPts val="400"/>
              </a:spcAft>
              <a:defRPr sz="1600">
                <a:solidFill>
                  <a:srgbClr val="404040"/>
                </a:solidFill>
              </a:defRPr>
            </a:pPr>
            <a:r>
              <a:t>As we move into 2025, the focus is on expanding our patient communication strategies to keep up with the evolving healthcare landscape.</a:t>
            </a:r>
          </a:p>
          <a:p>
            <a:pPr>
              <a:spcAft>
                <a:spcPts val="400"/>
              </a:spcAft>
              <a:defRPr sz="1600">
                <a:solidFill>
                  <a:srgbClr val="FF8C00"/>
                </a:solidFill>
              </a:defRPr>
            </a:pPr>
            <a:r>
              <a:t>We need to explore AI technology as a potential tool for enhancing patient communication, as suggested by Andrew Hadje of MGMA.</a:t>
            </a:r>
          </a:p>
          <a:p>
            <a:pPr>
              <a:spcAft>
                <a:spcPts val="400"/>
              </a:spcAft>
              <a:defRPr sz="1600">
                <a:solidFill>
                  <a:srgbClr val="404040"/>
                </a:solidFill>
              </a:defRPr>
            </a:pPr>
            <a:r>
              <a:t>Only 13% of healthcare group leaders are planning to focus on AI in the next 12 months, but we can position ourselves as industry pioneers by adopting it sooner.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Analyzing Service Call Trends and Causes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2023, the leading cause for service calls was billing inquiries</a:t>
            </a:r>
          </a:p>
          <a:p>
            <a:pPr>
              <a:spcAft>
                <a:spcPts val="600"/>
              </a:spcAft>
              <a:defRPr sz="1800">
                <a:solidFill>
                  <a:srgbClr val="404040"/>
                </a:solidFill>
              </a:defRPr>
            </a:pPr>
            <a:r>
              <a:t>We noticed a 20% increase in service calls during flu season</a:t>
            </a:r>
          </a:p>
          <a:p>
            <a:pPr>
              <a:spcAft>
                <a:spcPts val="600"/>
              </a:spcAft>
              <a:defRPr sz="1800">
                <a:solidFill>
                  <a:srgbClr val="FF8C00"/>
                </a:solidFill>
              </a:defRPr>
            </a:pPr>
            <a:r>
              <a:t>The average call duration in 2024 was 8 minutes</a:t>
            </a:r>
          </a:p>
          <a:p>
            <a:pPr>
              <a:spcAft>
                <a:spcPts val="600"/>
              </a:spcAft>
              <a:defRPr sz="1800">
                <a:solidFill>
                  <a:srgbClr val="404040"/>
                </a:solidFill>
              </a:defRPr>
            </a:pPr>
            <a:r>
              <a:t>Our peak call times are typically between 10 AM and 2 PM</a:t>
            </a:r>
          </a:p>
          <a:p>
            <a:pPr>
              <a:spcAft>
                <a:spcPts val="600"/>
              </a:spcAft>
              <a:defRPr sz="1800">
                <a:solidFill>
                  <a:srgbClr val="404040"/>
                </a:solidFill>
              </a:defRPr>
            </a:pPr>
            <a:r>
              <a:t>We have seen a 10% reduction in calls related to appointment scheduling since implementing online booking</a:t>
            </a:r>
          </a:p>
          <a:p>
            <a:pPr>
              <a:spcAft>
                <a:spcPts val="600"/>
              </a:spcAft>
              <a:defRPr sz="1800">
                <a:solidFill>
                  <a:srgbClr val="FF8C00"/>
                </a:solidFill>
              </a:defRPr>
            </a:pPr>
            <a:r>
              <a:t>Our call abandonment rate has remained consistent at around 5% over the past two years</a:t>
            </a:r>
          </a:p>
          <a:p>
            <a:pPr>
              <a:spcAft>
                <a:spcPts val="600"/>
              </a:spcAft>
              <a:defRPr sz="1800">
                <a:solidFill>
                  <a:srgbClr val="404040"/>
                </a:solidFill>
              </a:defRPr>
            </a:pPr>
            <a:r>
              <a:t>The majority of service calls are made by patients aged 50 and above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Proposed Strategies for Improved Patient Communication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Implementing an FAQ section on our website to proactively answer common patient queries</a:t>
            </a:r>
          </a:p>
          <a:p>
            <a:pPr>
              <a:spcAft>
                <a:spcPts val="600"/>
              </a:spcAft>
              <a:defRPr sz="1800">
                <a:solidFill>
                  <a:srgbClr val="404040"/>
                </a:solidFill>
              </a:defRPr>
            </a:pPr>
            <a:r>
              <a:t>Offering webinar sessions for patients to understand how to navigate our digital platform</a:t>
            </a:r>
          </a:p>
          <a:p>
            <a:pPr>
              <a:spcAft>
                <a:spcPts val="600"/>
              </a:spcAft>
              <a:defRPr sz="1800">
                <a:solidFill>
                  <a:srgbClr val="FF8C00"/>
                </a:solidFill>
              </a:defRPr>
            </a:pPr>
            <a:r>
              <a:t>Utilizing social media platforms to provide updates and information</a:t>
            </a:r>
          </a:p>
          <a:p>
            <a:pPr>
              <a:spcAft>
                <a:spcPts val="600"/>
              </a:spcAft>
              <a:defRPr sz="1800">
                <a:solidFill>
                  <a:srgbClr val="404040"/>
                </a:solidFill>
              </a:defRPr>
            </a:pPr>
            <a:r>
              <a:t>Increasing the size of our customer service team to handle higher call volumes</a:t>
            </a:r>
          </a:p>
          <a:p>
            <a:pPr>
              <a:spcAft>
                <a:spcPts val="600"/>
              </a:spcAft>
              <a:defRPr sz="1800">
                <a:solidFill>
                  <a:srgbClr val="404040"/>
                </a:solidFill>
              </a:defRPr>
            </a:pPr>
            <a:r>
              <a:t>Exploring the possibility of a patient forum for peer-to-peer communication</a:t>
            </a:r>
          </a:p>
          <a:p>
            <a:pPr>
              <a:spcAft>
                <a:spcPts val="600"/>
              </a:spcAft>
              <a:defRPr sz="1800">
                <a:solidFill>
                  <a:srgbClr val="FF8C00"/>
                </a:solidFill>
              </a:defRPr>
            </a:pPr>
            <a:r>
              <a:t>Conducting regular customer satisfaction surveys to identify areas of improvement</a:t>
            </a:r>
          </a:p>
          <a:p>
            <a:pPr>
              <a:spcAft>
                <a:spcPts val="600"/>
              </a:spcAft>
              <a:defRPr sz="1800">
                <a:solidFill>
                  <a:srgbClr val="404040"/>
                </a:solidFill>
              </a:defRPr>
            </a:pPr>
            <a:r>
              <a:t>Introducing virtual consultation options to reduce the need for physical visits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leveraging our understanding of existing patient communication channels and service call causes, we can effectively implement refined communication strategies. These strategies aim to enhance patient experience and reduce service calls into Q1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