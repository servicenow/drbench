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Customer Service Team Analysis - October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in-depth analysis of our customer service team as of October 2024. We will explore team size, composition, and workload distribution.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Customer Service Team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Team consists of a mix of full-time and part-time employees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2023, a total of 50% of the customer service team was comprised of part-timers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Majority of the part-time employees work during peak hours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team is overseen by a customer service manager with over 10 years of industry experience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Training programs are regularly conducted to improve service quality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The team is divided into sub-teams, each handling specific areas of customer service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team collaborates with other departments to resolve complex customer issues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Customer Service Representatives Headcount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2022, the customer service team grew by 20%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As of January 2024, there were 22 full-time customer service representatives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The company plans to hire more representatives in the next fiscal year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turnover rate in the customer service department is around 10% annually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Employee retention strategies have been implemented to reduce turnover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The company maintains a reserve list of potential hires to fill vacancies quickly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Workload Distribution Across Customer Service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Workload is distributed based on the complexity of customer issues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Peak hours workload is managed by a higher number of part-time representatives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Each representative handles an average of 150 customer interactions per week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company uses a CRM tool to track and distribute workload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Annual leave and sick days are factored into workload distribution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Regular meetings are held to assess workload and make necessary adjustments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company is looking into AI-based solutions to manage workload efficiently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D700"/>
                </a:solidFill>
              </a:defRPr>
            </a:pPr>
            <a:r>
              <a:t>The current size of our customer service team aligns with our operational needs, ensuring efficient and high-quality service to our customers. Moving forward, we will continuously monitor and adjust our team size and composition to optimally respond to customer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