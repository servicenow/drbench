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Enhancing Patient Communication for Service Efficiency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continuous efforts to improve customer satisfaction, we will explore the ways in which enhancing patient communication can reduce service calls. Our focus is on the implementation of effective strategies for the first quarter of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Current State of Customer Service Calls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Post-consultation, patients receive automated emails containing the date of appointment and the provider's name</a:t>
            </a:r>
          </a:p>
          <a:p>
            <a:pPr>
              <a:spcAft>
                <a:spcPts val="400"/>
              </a:spcAft>
              <a:defRPr sz="1600">
                <a:solidFill>
                  <a:srgbClr val="404040"/>
                </a:solidFill>
              </a:defRPr>
            </a:pPr>
            <a:r>
              <a:t>Comprehensive visit summary, including billing details and follow-up directives, is delivered manually 24-48 hours post-consultation</a:t>
            </a:r>
          </a:p>
          <a:p>
            <a:pPr>
              <a:spcAft>
                <a:spcPts val="400"/>
              </a:spcAft>
              <a:defRPr sz="1600">
                <a:solidFill>
                  <a:srgbClr val="FF8243"/>
                </a:solidFill>
              </a:defRPr>
            </a:pPr>
            <a:r>
              <a:t>Absence of immediate, detailed follow-up information could be contributing to increased service calls</a:t>
            </a:r>
          </a:p>
          <a:p>
            <a:pPr>
              <a:spcAft>
                <a:spcPts val="400"/>
              </a:spcAft>
              <a:defRPr sz="1600">
                <a:solidFill>
                  <a:srgbClr val="404040"/>
                </a:solidFill>
              </a:defRPr>
            </a:pPr>
            <a:r>
              <a:t>No updates or changes to this process are currently planned for the year 2025</a:t>
            </a:r>
          </a:p>
          <a:p>
            <a:pPr>
              <a:spcAft>
                <a:spcPts val="400"/>
              </a:spcAft>
              <a:defRPr sz="1600">
                <a:solidFill>
                  <a:srgbClr val="404040"/>
                </a:solidFill>
              </a:defRPr>
            </a:pPr>
            <a:r>
              <a:t>Implementation of AI-based patient communication technology could potentially reduce customer service load</a:t>
            </a:r>
          </a:p>
          <a:p>
            <a:pPr>
              <a:spcAft>
                <a:spcPts val="400"/>
              </a:spcAft>
              <a:defRPr sz="1600">
                <a:solidFill>
                  <a:srgbClr val="FF8243"/>
                </a:solidFill>
              </a:defRPr>
            </a:pPr>
            <a:r>
              <a:t>There is a need to explore options for enhancing patient communication, such as AI or automated follow-up reminders</a:t>
            </a:r>
          </a:p>
          <a:p>
            <a:pPr>
              <a:spcAft>
                <a:spcPts val="400"/>
              </a:spcAft>
              <a:defRPr sz="1600">
                <a:solidFill>
                  <a:srgbClr val="404040"/>
                </a:solidFill>
              </a:defRPr>
            </a:pPr>
            <a:r>
              <a:t>Despite excitement in the healthcare industry, only 13% of healthcare group leaders plan to focus on AI in the next 12 months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The Impact of Patient Communication on Service Calls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Effective patient communication can potentially reduce the number of service calls</a:t>
            </a:r>
          </a:p>
          <a:p>
            <a:pPr>
              <a:spcAft>
                <a:spcPts val="600"/>
              </a:spcAft>
              <a:defRPr sz="1800">
                <a:solidFill>
                  <a:srgbClr val="404040"/>
                </a:solidFill>
              </a:defRPr>
            </a:pPr>
            <a:r>
              <a:t>In a 2023 industry report, 40% of healthcare businesses reported fewer service calls after improving patient communication</a:t>
            </a:r>
          </a:p>
          <a:p>
            <a:pPr>
              <a:spcAft>
                <a:spcPts val="600"/>
              </a:spcAft>
              <a:defRPr sz="1800">
                <a:solidFill>
                  <a:srgbClr val="FF8243"/>
                </a:solidFill>
              </a:defRPr>
            </a:pPr>
            <a:r>
              <a:t>The same report indicated a direct correlation between improved patient communication and increased patient satisfaction</a:t>
            </a:r>
          </a:p>
          <a:p>
            <a:pPr>
              <a:spcAft>
                <a:spcPts val="600"/>
              </a:spcAft>
              <a:defRPr sz="1800">
                <a:solidFill>
                  <a:srgbClr val="404040"/>
                </a:solidFill>
              </a:defRPr>
            </a:pPr>
            <a:r>
              <a:t>Advanced communication technologies can automate routine patient interactions, reducing the workload on customer service</a:t>
            </a:r>
          </a:p>
          <a:p>
            <a:pPr>
              <a:spcAft>
                <a:spcPts val="600"/>
              </a:spcAft>
              <a:defRPr sz="1800">
                <a:solidFill>
                  <a:srgbClr val="404040"/>
                </a:solidFill>
              </a:defRPr>
            </a:pPr>
            <a:r>
              <a:t>Patients with clear understanding of their health status and treatment plans tend to make fewer service calls</a:t>
            </a:r>
          </a:p>
          <a:p>
            <a:pPr>
              <a:spcAft>
                <a:spcPts val="600"/>
              </a:spcAft>
              <a:defRPr sz="1800">
                <a:solidFill>
                  <a:srgbClr val="FF8243"/>
                </a:solidFill>
              </a:defRPr>
            </a:pPr>
            <a:r>
              <a:t>More transparent and real-time communication can increase patient trust, indirectly reducing service calls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Strategic Approaches to Improve Patient Communication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Implementing a robust CRM system can help manage patient interactions and improve communication</a:t>
            </a:r>
          </a:p>
          <a:p>
            <a:pPr>
              <a:spcAft>
                <a:spcPts val="600"/>
              </a:spcAft>
              <a:defRPr sz="1800">
                <a:solidFill>
                  <a:srgbClr val="404040"/>
                </a:solidFill>
              </a:defRPr>
            </a:pPr>
            <a:r>
              <a:t>Training customer service representatives on empathetic communication can enhance patient interaction</a:t>
            </a:r>
          </a:p>
          <a:p>
            <a:pPr>
              <a:spcAft>
                <a:spcPts val="600"/>
              </a:spcAft>
              <a:defRPr sz="1800">
                <a:solidFill>
                  <a:srgbClr val="FF8243"/>
                </a:solidFill>
              </a:defRPr>
            </a:pPr>
            <a:r>
              <a:t>Regular patient surveys can provide valuable insights into areas of communication that need improvement</a:t>
            </a:r>
          </a:p>
          <a:p>
            <a:pPr>
              <a:spcAft>
                <a:spcPts val="600"/>
              </a:spcAft>
              <a:defRPr sz="1800">
                <a:solidFill>
                  <a:srgbClr val="404040"/>
                </a:solidFill>
              </a:defRPr>
            </a:pPr>
            <a:r>
              <a:t>Offering multichannel communication options such as email, chat, and phone can cater to patient preferences</a:t>
            </a:r>
          </a:p>
          <a:p>
            <a:pPr>
              <a:spcAft>
                <a:spcPts val="600"/>
              </a:spcAft>
              <a:defRPr sz="1800">
                <a:solidFill>
                  <a:srgbClr val="404040"/>
                </a:solidFill>
              </a:defRPr>
            </a:pPr>
            <a:r>
              <a:t>Utilizing patient personas can help tailor communication strategies to different patient groups</a:t>
            </a:r>
          </a:p>
          <a:p>
            <a:pPr>
              <a:spcAft>
                <a:spcPts val="600"/>
              </a:spcAft>
              <a:defRPr sz="1800">
                <a:solidFill>
                  <a:srgbClr val="FF8243"/>
                </a:solidFill>
              </a:defRPr>
            </a:pPr>
            <a:r>
              <a:t>A clear and comprehensive FAQ section on the website can preemptively answer patient queries, reducing service calls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8243"/>
                </a:solidFill>
              </a:defRPr>
            </a:pPr>
            <a:r>
              <a:t>By improving patient communication, we can significantly reduce service calls and enhance customer satisfaction. Let's work together to implement these strategies and measure their effectiveness in Q12025.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