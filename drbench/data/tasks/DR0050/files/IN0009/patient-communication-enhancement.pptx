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Enhancing Patient Communication for Service Efficiency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continue to lead the digital healthcare space, it is crucial to ensure our customer service is top-notch. This presentation will discuss strategies to improve patient communication, aiming to reduce service calls in the upcoming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Current Service Call Statistics and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current FAQ page for patients has been moderately effective, covering general topics; however, it lacks a depth of information to address specific scenarios.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Based on a customer poll in January 2024, a significant 68% of users who visited the FAQ page still felt the need to contact our support team.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A closer examination of service calls reveals that patients often need information on specific issues, such as prescription refills and billing inquiries.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have identified a gap in our self-service resources, particularly the lack of a searchable knowledge base to provide comprehensive answers to patients' queries.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shortfall in our resources not only leads to an increase in service calls but also impacts our customer satisfaction rates.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Going forward, we need to consider adopting advanced patient communication technologies, such as AI, to improve our self-service resources and reduce dependency on call centers.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strategic shift aligns with the industry trend as indicated by the MGMA's November 2023 poll where 25% of healthcare leaders plan to enhance patient communication technology by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Patient Communication Enhancement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a new CRM system designed for healthcare to better track patient interactions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 customer service representatives on empathy and active listening skills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Implementing a new ticketing system to better manage service requests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Introducing a chatbot on our website to handle frequently asked questions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Regularly updating our FAQ section based on common service call queries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Encouraging patients to use the patient portal for non-emergency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Developing a mobile app to allow patients to easily access their health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Projected Impact on Q1 2025 Service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5% reduction in service calls is expected due to the implementation of the new CRM system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new ticketing system is expected to streamline service requests, potentially reducing service calls by 7%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The chatbot is expected to handle 10% of common queries, reducing service call volume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patient portal is projected to reduce service calls by 8% as patients shift to digital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mobile app is expected to provide patients with easier access to their health information, potentially reducing service calls by another 5%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Overall, we are projecting a 20-25% reduction in service calls in Q1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4682B4"/>
                </a:solidFill>
              </a:defRPr>
            </a:pPr>
            <a:r>
              <a:t>By enhancing patient communication, we anticipate a reduction in service calls at MediConn Solutions. Let's continue the conversation on implementing these strategies and measuring their success in the next quarter.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