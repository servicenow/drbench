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Elexion's Social Media Campaign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explores the recent social media campaign's performance, particularly focusing on customer testimonials. We'll delve into the engagement metrics and discuss our strategic implications.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Overview of Social Media Campaigns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Elexion has been leveraging social media platforms for marketing since 2022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has utilized platforms such as Facebook, Instagram, Twitter, and LinkedIn to engage potential customers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marketing team uses a mix of organic and paid strategies to increase brand visibility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2024, Elexion spent approximately 15% of its marketing budget on social media ads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has seen a steady increase in its social media following, with a 25% increase in followers in 2024 compared to 2023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marketing department works closely with R&amp;D to ensure product announcements align with social media campaigns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Customer Testimonial Campaign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Testimonial campaigns have been a part of Elexion's marketing strategy since 2023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Typically, such campaigns are launched in Q3 to align with the release of new models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Testimonial campaigns involve sourcing stories from satisfied customers and sharing them on social media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marketing team collaborates with the customer service department to identify potential testimonial candidates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has seen a positive response to these campaigns, with an increase in website traffic during these periods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Past campaigns have showcased a variety of customer experiences, from daily commuting to long-distance travel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Implications on Future Digital Marketing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 plans to increase its investment in digital marketing by 20% in 2026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is exploring new digital channels, such as TikTok and Snapchat, to reach younger audiences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Elexion is considering implementing AI chatbots on its website to enhance customer service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marketing team is investigating the potential of virtual reality for digital showrooms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Future campaigns will focus on showcasing Elexion's commitment to sustainability and zero-emission transportation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company is also considering partnerships with influencers and celebrities to promote their brand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The customer testimonial campaign significantly contributed to our social media engagement. Moving forward, we need to leverage these insights to optimize our future digital marketing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