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Industry Events: Market Intelligence Insights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analyses the recent industry events attended by our team and the strategic market intelligence gathered from them. Our focus will be on understanding the evolving trends and potential opportunities in the electric vehicle industry.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Attended Industry Events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has attended 15 key industry events in the past year</a:t>
            </a:r>
          </a:p>
          <a:p>
            <a:pPr>
              <a:spcAft>
                <a:spcPts val="400"/>
              </a:spcAft>
              <a:defRPr sz="1600">
                <a:solidFill>
                  <a:srgbClr val="404040"/>
                </a:solidFill>
              </a:defRPr>
            </a:pPr>
            <a:r>
              <a:t>Participated in the International Electric Vehicle Symposium in March 2025</a:t>
            </a:r>
          </a:p>
          <a:p>
            <a:pPr>
              <a:spcAft>
                <a:spcPts val="400"/>
              </a:spcAft>
              <a:defRPr sz="1600">
                <a:solidFill>
                  <a:srgbClr val="FF8C00"/>
                </a:solidFill>
              </a:defRPr>
            </a:pPr>
            <a:r>
              <a:t>Joined the World EV Show in Toronto, May 2025, showcasing our latest EV model</a:t>
            </a:r>
          </a:p>
          <a:p>
            <a:pPr>
              <a:spcAft>
                <a:spcPts val="400"/>
              </a:spcAft>
              <a:defRPr sz="1600">
                <a:solidFill>
                  <a:srgbClr val="404040"/>
                </a:solidFill>
              </a:defRPr>
            </a:pPr>
            <a:r>
              <a:t>Attended the Silicon Valley Auto Show, June 2025, focused on technology integration</a:t>
            </a:r>
          </a:p>
          <a:p>
            <a:pPr>
              <a:spcAft>
                <a:spcPts val="400"/>
              </a:spcAft>
              <a:defRPr sz="1600">
                <a:solidFill>
                  <a:srgbClr val="404040"/>
                </a:solidFill>
              </a:defRPr>
            </a:pPr>
            <a:r>
              <a:t>Participated in the LA Auto Show in November 2024, where we launched our new SUV model</a:t>
            </a:r>
          </a:p>
          <a:p>
            <a:pPr>
              <a:spcAft>
                <a:spcPts val="400"/>
              </a:spcAft>
              <a:defRPr sz="1600">
                <a:solidFill>
                  <a:srgbClr val="FF8C00"/>
                </a:solidFill>
              </a:defRPr>
            </a:pPr>
            <a:r>
              <a:t>Planning to attend the Beijing International Automotive Exhibition in April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Key Market Insights from Event Participation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Identified a growing trend towards autonomous driving technologies</a:t>
            </a:r>
          </a:p>
          <a:p>
            <a:pPr>
              <a:spcAft>
                <a:spcPts val="600"/>
              </a:spcAft>
              <a:defRPr sz="1800">
                <a:solidFill>
                  <a:srgbClr val="404040"/>
                </a:solidFill>
              </a:defRPr>
            </a:pPr>
            <a:r>
              <a:t>Noted a 30% increase in customer interest in vehicle-to-grid (V2G) technology</a:t>
            </a:r>
          </a:p>
          <a:p>
            <a:pPr>
              <a:spcAft>
                <a:spcPts val="600"/>
              </a:spcAft>
              <a:defRPr sz="1800">
                <a:solidFill>
                  <a:srgbClr val="FF8C00"/>
                </a:solidFill>
              </a:defRPr>
            </a:pPr>
            <a:r>
              <a:t>Discovered a rising demand for luxury EVs with extended mileage</a:t>
            </a:r>
          </a:p>
          <a:p>
            <a:pPr>
              <a:spcAft>
                <a:spcPts val="600"/>
              </a:spcAft>
              <a:defRPr sz="1800">
                <a:solidFill>
                  <a:srgbClr val="404040"/>
                </a:solidFill>
              </a:defRPr>
            </a:pPr>
            <a:r>
              <a:t>Observed a trend of integrating AI-based functionalities in EVs</a:t>
            </a:r>
          </a:p>
          <a:p>
            <a:pPr>
              <a:spcAft>
                <a:spcPts val="600"/>
              </a:spcAft>
              <a:defRPr sz="1800">
                <a:solidFill>
                  <a:srgbClr val="404040"/>
                </a:solidFill>
              </a:defRPr>
            </a:pPr>
            <a:r>
              <a:t>Uncovered a competitive strategy focusing on fast-charging solutions</a:t>
            </a:r>
          </a:p>
          <a:p>
            <a:pPr>
              <a:spcAft>
                <a:spcPts val="600"/>
              </a:spcAft>
              <a:defRPr sz="1800">
                <a:solidFill>
                  <a:srgbClr val="FF8C00"/>
                </a:solidFill>
              </a:defRPr>
            </a:pPr>
            <a:r>
              <a:t>Found an increasing trend in cross-border collaborations for EV manufacturing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Future Industry Events and Strategic Planning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Targeting the Geneva International Motor Show in March 2026 for revealing our next EV model</a:t>
            </a:r>
          </a:p>
          <a:p>
            <a:pPr>
              <a:spcAft>
                <a:spcPts val="600"/>
              </a:spcAft>
              <a:defRPr sz="1800">
                <a:solidFill>
                  <a:srgbClr val="404040"/>
                </a:solidFill>
              </a:defRPr>
            </a:pPr>
            <a:r>
              <a:t>Planning to attend the Battery Show North America in September 2026 for technological advancements</a:t>
            </a:r>
          </a:p>
          <a:p>
            <a:pPr>
              <a:spcAft>
                <a:spcPts val="600"/>
              </a:spcAft>
              <a:defRPr sz="1800">
                <a:solidFill>
                  <a:srgbClr val="FF8C00"/>
                </a:solidFill>
              </a:defRPr>
            </a:pPr>
            <a:r>
              <a:t>Evaluating the participation in the Tokyo Motor Show in October 2026 to explore Asian markets</a:t>
            </a:r>
          </a:p>
          <a:p>
            <a:pPr>
              <a:spcAft>
                <a:spcPts val="600"/>
              </a:spcAft>
              <a:defRPr sz="1800">
                <a:solidFill>
                  <a:srgbClr val="404040"/>
                </a:solidFill>
              </a:defRPr>
            </a:pPr>
            <a:r>
              <a:t>Considering the Auto Shanghai 2027 for expanding our presence in China</a:t>
            </a:r>
          </a:p>
          <a:p>
            <a:pPr>
              <a:spcAft>
                <a:spcPts val="600"/>
              </a:spcAft>
              <a:defRPr sz="1800">
                <a:solidFill>
                  <a:srgbClr val="404040"/>
                </a:solidFill>
              </a:defRPr>
            </a:pPr>
            <a:r>
              <a:t>Identifying potential partners for collaboration at the Frankfurt Motor Show in September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C00"/>
                </a:solidFill>
              </a:defRPr>
            </a:pPr>
            <a:r>
              <a:t>Attending industry events has proven to be a valuable strategy for gathering market intelligence. Moving forward, we should prioritize these opportunities to stay abreast of technological advancements and market trends in the electric vehicle industry.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