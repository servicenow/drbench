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191970"/>
                </a:solidFill>
              </a:defRPr>
            </a:pPr>
            <a:r>
              <a:t>Salesforce Solutions for Enhanced Customer Retention</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Today, we will explore potential Salesforce Automotive Cloud features that can enhance our customer retention strategies. Our focus will be on mid-income families across the North American market.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Understanding Elexion's Current Customer Retention Strategies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Identified a major issue in March 2025 with Elexion's existing CRM system, characterized by fractured customer data across several platforms.</a:t>
            </a:r>
          </a:p>
          <a:p>
            <a:pPr>
              <a:spcAft>
                <a:spcPts val="400"/>
              </a:spcAft>
              <a:defRPr sz="1600">
                <a:solidFill>
                  <a:srgbClr val="404040"/>
                </a:solidFill>
              </a:defRPr>
            </a:pPr>
            <a:r>
              <a:t>The fragmented data has made it challenging to gain a comprehensive view of the customer journey, from initial interest to after-purchase charging support.</a:t>
            </a:r>
          </a:p>
          <a:p>
            <a:pPr>
              <a:spcAft>
                <a:spcPts val="400"/>
              </a:spcAft>
              <a:defRPr sz="1600">
                <a:solidFill>
                  <a:srgbClr val="FFA500"/>
                </a:solidFill>
              </a:defRPr>
            </a:pPr>
            <a:r>
              <a:t>This limitation restricts our ability to effectively manage customer interactions and develop impactful retention strategies.</a:t>
            </a:r>
          </a:p>
          <a:p>
            <a:pPr>
              <a:spcAft>
                <a:spcPts val="400"/>
              </a:spcAft>
              <a:defRPr sz="1600">
                <a:solidFill>
                  <a:srgbClr val="404040"/>
                </a:solidFill>
              </a:defRPr>
            </a:pPr>
            <a:r>
              <a:t>The lack of integrated data compromises the tracking of customer touchpoints, hindering the ability to analyze customer data for sales and service improvements.</a:t>
            </a:r>
          </a:p>
          <a:p>
            <a:pPr>
              <a:spcAft>
                <a:spcPts val="400"/>
              </a:spcAft>
              <a:defRPr sz="1600">
                <a:solidFill>
                  <a:srgbClr val="404040"/>
                </a:solidFill>
              </a:defRPr>
            </a:pPr>
            <a:r>
              <a:t>The inability to view family-level purchasing patterns due to disparate data sources is a significant roadblock in providing personalized service to mid-income families.</a:t>
            </a:r>
          </a:p>
          <a:p>
            <a:pPr>
              <a:spcAft>
                <a:spcPts val="400"/>
              </a:spcAft>
              <a:defRPr sz="1600">
                <a:solidFill>
                  <a:srgbClr val="FFA500"/>
                </a:solidFill>
              </a:defRPr>
            </a:pPr>
            <a:r>
              <a:t>Emphasizes the need for a robust CRM solution, such as Salesforce's Automotive Cloud, that can consolidate customer information and improve visibility into the customer journey.</a:t>
            </a:r>
          </a:p>
          <a:p>
            <a:pPr>
              <a:spcAft>
                <a:spcPts val="400"/>
              </a:spcAft>
              <a:defRPr sz="1600">
                <a:solidFill>
                  <a:srgbClr val="404040"/>
                </a:solidFill>
              </a:defRPr>
            </a:pPr>
            <a:r>
              <a:t>The Drive Console and Household Management features of Salesforce's Automotive Cloud could help solve the identified problems and enhance customer retention strategies.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Salesforce's Automotive Cloud: Key Features Overview</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Salesforce's Automotive Cloud includes features like omnichannel marketing, sales automation, and service cloud.</a:t>
            </a:r>
          </a:p>
          <a:p>
            <a:pPr>
              <a:spcAft>
                <a:spcPts val="600"/>
              </a:spcAft>
              <a:defRPr sz="1800">
                <a:solidFill>
                  <a:srgbClr val="404040"/>
                </a:solidFill>
              </a:defRPr>
            </a:pPr>
            <a:r>
              <a:t>The platform offers artificial intelligence capabilities through Salesforce Einstein, enabling predictive analytics and personalized recommendations.</a:t>
            </a:r>
          </a:p>
          <a:p>
            <a:pPr>
              <a:spcAft>
                <a:spcPts val="600"/>
              </a:spcAft>
              <a:defRPr sz="1800">
                <a:solidFill>
                  <a:srgbClr val="FFA500"/>
                </a:solidFill>
              </a:defRPr>
            </a:pPr>
            <a:r>
              <a:t>The Salesforce Automotive Cloud provides a unified view of customer data across all touchpoints.</a:t>
            </a:r>
          </a:p>
          <a:p>
            <a:pPr>
              <a:spcAft>
                <a:spcPts val="600"/>
              </a:spcAft>
              <a:defRPr sz="1800">
                <a:solidFill>
                  <a:srgbClr val="404040"/>
                </a:solidFill>
              </a:defRPr>
            </a:pPr>
            <a:r>
              <a:t>It allows for the integration of third-party apps through AppExchange, broadening its functionality.</a:t>
            </a:r>
          </a:p>
          <a:p>
            <a:pPr>
              <a:spcAft>
                <a:spcPts val="600"/>
              </a:spcAft>
              <a:defRPr sz="1800">
                <a:solidFill>
                  <a:srgbClr val="404040"/>
                </a:solidFill>
              </a:defRPr>
            </a:pPr>
            <a:r>
              <a:t>The platform offers advanced analytics to track and measure the effectiveness of marketing campaigns.</a:t>
            </a:r>
          </a:p>
          <a:p>
            <a:pPr>
              <a:spcAft>
                <a:spcPts val="600"/>
              </a:spcAft>
              <a:defRPr sz="1800">
                <a:solidFill>
                  <a:srgbClr val="FFA500"/>
                </a:solidFill>
              </a:defRPr>
            </a:pPr>
            <a:r>
              <a:t>Salesforce's Automotive Cloud supports multi-language and multi-currency features, facilitating global operations.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Aligning Salesforce Solutions with Elexion's Sustainability Mission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Salesforce's Sustainability Cloud enables companies like Elexion to track, analyze, and report reliable environmental data.</a:t>
            </a:r>
          </a:p>
          <a:p>
            <a:pPr>
              <a:spcAft>
                <a:spcPts val="600"/>
              </a:spcAft>
              <a:defRPr sz="1800">
                <a:solidFill>
                  <a:srgbClr val="404040"/>
                </a:solidFill>
              </a:defRPr>
            </a:pPr>
            <a:r>
              <a:t>It helps in achieving corporate sustainability goals by providing insights on carbon emissions and energy usage.</a:t>
            </a:r>
          </a:p>
          <a:p>
            <a:pPr>
              <a:spcAft>
                <a:spcPts val="600"/>
              </a:spcAft>
              <a:defRPr sz="1800">
                <a:solidFill>
                  <a:srgbClr val="FFA500"/>
                </a:solidFill>
              </a:defRPr>
            </a:pPr>
            <a:r>
              <a:t>Salesforce Einstein can be leveraged to predict the impact of sustainability initiatives on business metrics.</a:t>
            </a:r>
          </a:p>
          <a:p>
            <a:pPr>
              <a:spcAft>
                <a:spcPts val="600"/>
              </a:spcAft>
              <a:defRPr sz="1800">
                <a:solidFill>
                  <a:srgbClr val="404040"/>
                </a:solidFill>
              </a:defRPr>
            </a:pPr>
            <a:r>
              <a:t>Salesforce's Philanthropy Cloud can help Elexion in its corporate social responsibility initiatives by connecting employees with charitable causes.</a:t>
            </a:r>
          </a:p>
          <a:p>
            <a:pPr>
              <a:spcAft>
                <a:spcPts val="600"/>
              </a:spcAft>
              <a:defRPr sz="1800">
                <a:solidFill>
                  <a:srgbClr val="404040"/>
                </a:solidFill>
              </a:defRPr>
            </a:pPr>
            <a:r>
              <a:t>Salesforce's Sustainability Cloud aligns with Elexion's commitment to zero-emission transportation by promoting eco-friendly practices in the enterprise.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A500"/>
                </a:solidFill>
              </a:defRPr>
            </a:pPr>
            <a:r>
              <a:t>By strategically leveraging Salesforce's Automotive Cloud, we can enhance our customer retention strategies and align them with our sustainability mission. Moving forward, we will need to develop an implementation plan to integrate these solutions into our existing systems and processes.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