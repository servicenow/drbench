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Insurance Partnership Impact on Customer Experience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discuss the implications of our new insurance partnership secured by Emily Lee on our customers' experience. We will explore how this initiative aligns with Elexion's commitment to sustainability and customer-centricity.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Elexion's Customer-Centric Approach</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Automotive established a dedicated customer experience team in 2022</a:t>
            </a:r>
          </a:p>
          <a:p>
            <a:pPr>
              <a:spcAft>
                <a:spcPts val="400"/>
              </a:spcAft>
              <a:defRPr sz="1600">
                <a:solidFill>
                  <a:srgbClr val="404040"/>
                </a:solidFill>
              </a:defRPr>
            </a:pPr>
            <a:r>
              <a:t>Since 2023, we've implemented comprehensive customer feedback loops</a:t>
            </a:r>
          </a:p>
          <a:p>
            <a:pPr>
              <a:spcAft>
                <a:spcPts val="400"/>
              </a:spcAft>
              <a:defRPr sz="1600">
                <a:solidFill>
                  <a:srgbClr val="FFD700"/>
                </a:solidFill>
              </a:defRPr>
            </a:pPr>
            <a:r>
              <a:t>Our customer retention rate has improved by 12% over the past two years</a:t>
            </a:r>
          </a:p>
          <a:p>
            <a:pPr>
              <a:spcAft>
                <a:spcPts val="400"/>
              </a:spcAft>
              <a:defRPr sz="1600">
                <a:solidFill>
                  <a:srgbClr val="404040"/>
                </a:solidFill>
              </a:defRPr>
            </a:pPr>
            <a:r>
              <a:t>We focus on building long-term relationships through after-sales service</a:t>
            </a:r>
          </a:p>
          <a:p>
            <a:pPr>
              <a:spcAft>
                <a:spcPts val="400"/>
              </a:spcAft>
              <a:defRPr sz="1600">
                <a:solidFill>
                  <a:srgbClr val="404040"/>
                </a:solidFill>
              </a:defRPr>
            </a:pPr>
            <a:r>
              <a:t>Our user interface and experience team continuously improve vehicle technology based on user feedback</a:t>
            </a:r>
          </a:p>
          <a:p>
            <a:pPr>
              <a:spcAft>
                <a:spcPts val="400"/>
              </a:spcAft>
              <a:defRPr sz="1600">
                <a:solidFill>
                  <a:srgbClr val="FFD700"/>
                </a:solidFill>
              </a:defRPr>
            </a:pPr>
            <a:r>
              <a:t>We prioritize customer needs in our product development process</a:t>
            </a:r>
          </a:p>
          <a:p>
            <a:pPr>
              <a:spcAft>
                <a:spcPts val="400"/>
              </a:spcAft>
              <a:defRPr sz="1600">
                <a:solidFill>
                  <a:srgbClr val="404040"/>
                </a:solidFill>
              </a:defRPr>
            </a:pPr>
            <a:r>
              <a:t>In 2023, we launched a customer loyalty program that rewards repeat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Insurance Partnership: Key Features and Benefits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insurance partnerships provide a streamlined process for securing coverage</a:t>
            </a:r>
          </a:p>
          <a:p>
            <a:pPr>
              <a:spcAft>
                <a:spcPts val="600"/>
              </a:spcAft>
              <a:defRPr sz="1800">
                <a:solidFill>
                  <a:srgbClr val="404040"/>
                </a:solidFill>
              </a:defRPr>
            </a:pPr>
            <a:r>
              <a:t>Customers can easily compare insurance options through our digital platform</a:t>
            </a:r>
          </a:p>
          <a:p>
            <a:pPr>
              <a:spcAft>
                <a:spcPts val="600"/>
              </a:spcAft>
              <a:defRPr sz="1800">
                <a:solidFill>
                  <a:srgbClr val="FFD700"/>
                </a:solidFill>
              </a:defRPr>
            </a:pPr>
            <a:r>
              <a:t>The insurance packages cover a wide range of potential risks and scenarios</a:t>
            </a:r>
          </a:p>
          <a:p>
            <a:pPr>
              <a:spcAft>
                <a:spcPts val="600"/>
              </a:spcAft>
              <a:defRPr sz="1800">
                <a:solidFill>
                  <a:srgbClr val="404040"/>
                </a:solidFill>
              </a:defRPr>
            </a:pPr>
            <a:r>
              <a:t>Customers can customize their insurance coverage to match their needs</a:t>
            </a:r>
          </a:p>
          <a:p>
            <a:pPr>
              <a:spcAft>
                <a:spcPts val="600"/>
              </a:spcAft>
              <a:defRPr sz="1800">
                <a:solidFill>
                  <a:srgbClr val="404040"/>
                </a:solidFill>
              </a:defRPr>
            </a:pPr>
            <a:r>
              <a:t>We provide a dedicated support team to assist customers with insurance-related inquiries</a:t>
            </a:r>
          </a:p>
          <a:p>
            <a:pPr>
              <a:spcAft>
                <a:spcPts val="600"/>
              </a:spcAft>
              <a:defRPr sz="1800">
                <a:solidFill>
                  <a:srgbClr val="FFD700"/>
                </a:solidFill>
              </a:defRPr>
            </a:pPr>
            <a:r>
              <a:t>Our partnerships with multiple providers ensure competitive rates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of Insurance Partnership on Customer Satisfaction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Since the introduction of the insurance partnership, customer satisfaction scores have improved by 8%</a:t>
            </a:r>
          </a:p>
          <a:p>
            <a:pPr>
              <a:spcAft>
                <a:spcPts val="600"/>
              </a:spcAft>
              <a:defRPr sz="1800">
                <a:solidFill>
                  <a:srgbClr val="404040"/>
                </a:solidFill>
              </a:defRPr>
            </a:pPr>
            <a:r>
              <a:t>We've seen a 10% decrease in post-purchase support tickets related to insurance</a:t>
            </a:r>
          </a:p>
          <a:p>
            <a:pPr>
              <a:spcAft>
                <a:spcPts val="600"/>
              </a:spcAft>
              <a:defRPr sz="1800">
                <a:solidFill>
                  <a:srgbClr val="FFD700"/>
                </a:solidFill>
              </a:defRPr>
            </a:pPr>
            <a:r>
              <a:t>Customer feedback indicates appreciation for the convenience and savings the insurance partnerships offer</a:t>
            </a:r>
          </a:p>
          <a:p>
            <a:pPr>
              <a:spcAft>
                <a:spcPts val="600"/>
              </a:spcAft>
              <a:defRPr sz="1800">
                <a:solidFill>
                  <a:srgbClr val="404040"/>
                </a:solidFill>
              </a:defRPr>
            </a:pPr>
            <a:r>
              <a:t>We've noticed an increase in repeat customers since the introduction of the insurance partnerships</a:t>
            </a:r>
          </a:p>
          <a:p>
            <a:pPr>
              <a:spcAft>
                <a:spcPts val="600"/>
              </a:spcAft>
              <a:defRPr sz="1800">
                <a:solidFill>
                  <a:srgbClr val="404040"/>
                </a:solidFill>
              </a:defRPr>
            </a:pPr>
            <a:r>
              <a:t>Our Net Promoter Score (NPS) has seen a positive uptick in the months following the introduction of the insurance partnership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D700"/>
                </a:solidFill>
              </a:defRPr>
            </a:pPr>
            <a:r>
              <a:t>Our strategic insurance partnership not only enhances our customers' overall experience with Elexion Automotive but also reaffirms our commitment to sustainability. Moving forward, we must leverage this partnership to boost our market position and drive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