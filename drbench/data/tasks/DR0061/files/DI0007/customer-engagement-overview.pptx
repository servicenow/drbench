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Elexion's Customer Engagement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our recent customer engagement events, focusing on the planning, execution, and outcomes. These events play a critical role in maintaining and enhancing Elexion's relationship with its customer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Overview of Recent Customer Engagement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2024, Elexion held 15 customer engagement events across North America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Average attendance per event in 2024 was 150 participants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In Q2 2025, 3 customer engagement events took place in Los Angeles, Toronto, and Miami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Participants at these events got the opportunity to test drive the latest Elexion models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Workshops on electric vehicle maintenance were a common feature in these events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These events led to a 10% increase in customer satisfaction according to post-event surveys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most popular event in 2024 was the Electric Vehicle Expo in San Francisco with over 500 attendees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Details of Emily Lee's Organized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Emily Lee has been with Elexion for 5 years and has organized over 20 successful events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She specializes in creating immersive experiences for event attendees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Emily has been recognized by the company for her innovative approach to customer engagement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Her events often include unique features such as interactive exhibits and live demonstrations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Emily's events are noted for their focus on promoting eco-friendly practices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 events led by Emily have consistently received high feedback scores from attendees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Her event organization method involves a detailed pre-event planning phase and thorough post-event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Participant Metrics and Feedback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On average, 80% of attendees provide feedback after our events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customer engagement events have seen a steady increase in attendees over the past 3 years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Feedback from the 2024 events highlighted the desire for more hands-on workshops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Approximately 60% of event attendees are existing Elexion customers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Feedback scores from Q1 2025 events indicate a high satisfaction rate with the event organization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The average feedback score for our events in 2025 is 4.3/5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events have helped in reducing customer churn rate by 2% in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Our customer engagement events, particularly Emily Lee's, have shown positive feedback and high participation rates. Based on these outcomes, we recommend continuing these initiatives, while seeking opportunities for further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