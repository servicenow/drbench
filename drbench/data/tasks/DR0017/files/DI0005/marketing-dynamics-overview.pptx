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8C00"/>
                </a:solidFill>
              </a:defRPr>
            </a:pPr>
            <a:r>
              <a:t>Exploring Lee's Market Marketing Dynamics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takes a deeper look into the strategic positioning of our marketing department. It provides insights into its location, structure, and impact on our overall business.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Overview of Lee's Market Marketing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Marketing team consists of over 200 professionals across various specializations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Divided into 4 main departments: Branding, Digital Marketing, PR, and Market Research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Led by a Chief Marketing Officer with over 20 years of industry experience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Each department operates semi-independently but reports to the CMO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Regular inter-departmental meetings ensure synergy and alignment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Uses a hybrid of Agile and Waterfall methodologies for project management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Employs data-driven decision making, leveraging advanced analytics and AI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Location and Significance of Marketing Department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Marketing Department is centrally placed within the company's organizational structure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It plays a vital role in driving customer engagement and sales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The team is strategically distributed across key markets for localized marketing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department collaborates with other branches to create cohesive brand messaging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location of the department allows for seamless coordination with other teams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It is strategically located to access advanced digital and retail marketing ecosystems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department’s location has been chosen to maximize operational efficiencies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Impact of Marketing Initiatives on Business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marketing initiatives have contributed to a 15% increase in sales YoY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Digital marketing campaigns have driven a 50% increase in online traffic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PR efforts have resulted in 20% higher brand recognition and recall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Customer engagement has improved by 30% with personalized marketing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Market research has led to better product placement and pricing strategies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Branding efforts have led to a stronger brand identity and customer loyalty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Marketing initiatives have resulted in a broader customer base across North America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4682B4"/>
                </a:solidFill>
              </a:defRPr>
            </a:pPr>
            <a:r>
              <a:t>Understanding the location and structure of our marketing department can enable more efficient communication and collaboration. Moving forward, let's utilize these insights to optimize our marketing efforts and drive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