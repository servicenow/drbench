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191970"/>
                </a:solidFill>
              </a:defRPr>
            </a:pPr>
            <a:r>
              <a:t>Q3 Customer Retention Analysis - Lee's Market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Today, we will delve into the customer retention patterns observed in Q3 of 2025, and compare it with the previous quarter. This analysis aims to understand our customer behavior and identify areas for strategic improvements.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Overall Customer Analysis - Q2 vs Q3</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Q2, we saw a 5% increase in online sales compared to Q1</a:t>
            </a:r>
          </a:p>
          <a:p>
            <a:pPr>
              <a:spcAft>
                <a:spcPts val="400"/>
              </a:spcAft>
              <a:defRPr sz="1600">
                <a:solidFill>
                  <a:srgbClr val="404040"/>
                </a:solidFill>
              </a:defRPr>
            </a:pPr>
            <a:r>
              <a:t>Foot traffic in Q3 increased by 3% compared to Q2</a:t>
            </a:r>
          </a:p>
          <a:p>
            <a:pPr>
              <a:spcAft>
                <a:spcPts val="400"/>
              </a:spcAft>
              <a:defRPr sz="1600">
                <a:solidFill>
                  <a:srgbClr val="FFA500"/>
                </a:solidFill>
              </a:defRPr>
            </a:pPr>
            <a:r>
              <a:t>We introduced a new loyalty program in Q3</a:t>
            </a:r>
          </a:p>
          <a:p>
            <a:pPr>
              <a:spcAft>
                <a:spcPts val="400"/>
              </a:spcAft>
              <a:defRPr sz="1600">
                <a:solidFill>
                  <a:srgbClr val="404040"/>
                </a:solidFill>
              </a:defRPr>
            </a:pPr>
            <a:r>
              <a:t>Q3 saw a 4% decline in sales of non-food items compared to Q2</a:t>
            </a:r>
          </a:p>
          <a:p>
            <a:pPr>
              <a:spcAft>
                <a:spcPts val="400"/>
              </a:spcAft>
              <a:defRPr sz="1600">
                <a:solidFill>
                  <a:srgbClr val="404040"/>
                </a:solidFill>
              </a:defRPr>
            </a:pPr>
            <a:r>
              <a:t>There was a 2% decrease in the average basket size from Q2 to Q3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Breakdown of Repeat vs New Customers - Q3</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Repeat customers made up 60% of our online sales</a:t>
            </a:r>
          </a:p>
          <a:p>
            <a:pPr>
              <a:spcAft>
                <a:spcPts val="600"/>
              </a:spcAft>
              <a:defRPr sz="1800">
                <a:solidFill>
                  <a:srgbClr val="404040"/>
                </a:solidFill>
              </a:defRPr>
            </a:pPr>
            <a:r>
              <a:t>New customers were more likely to make purchases in-store</a:t>
            </a:r>
          </a:p>
          <a:p>
            <a:pPr>
              <a:spcAft>
                <a:spcPts val="600"/>
              </a:spcAft>
              <a:defRPr sz="1800">
                <a:solidFill>
                  <a:srgbClr val="FFA500"/>
                </a:solidFill>
              </a:defRPr>
            </a:pPr>
            <a:r>
              <a:t>30% of new customers in Q3 came through referrals</a:t>
            </a:r>
          </a:p>
          <a:p>
            <a:pPr>
              <a:spcAft>
                <a:spcPts val="600"/>
              </a:spcAft>
              <a:defRPr sz="1800">
                <a:solidFill>
                  <a:srgbClr val="404040"/>
                </a:solidFill>
              </a:defRPr>
            </a:pPr>
            <a:r>
              <a:t>Repeat customers spent on average 15% more than new customers</a:t>
            </a:r>
          </a:p>
          <a:p>
            <a:pPr>
              <a:spcAft>
                <a:spcPts val="600"/>
              </a:spcAft>
              <a:defRPr sz="1800">
                <a:solidFill>
                  <a:srgbClr val="404040"/>
                </a:solidFill>
              </a:defRPr>
            </a:pPr>
            <a:r>
              <a:t>The majority of repeat customers shopped in-store on weekdays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Impact of Customer Retention on Revenue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 5% increase in customer retention can increase profits by 25-95%</a:t>
            </a:r>
          </a:p>
          <a:p>
            <a:pPr>
              <a:spcAft>
                <a:spcPts val="600"/>
              </a:spcAft>
              <a:defRPr sz="1800">
                <a:solidFill>
                  <a:srgbClr val="404040"/>
                </a:solidFill>
              </a:defRPr>
            </a:pPr>
            <a:r>
              <a:t>Repeat customers spent 33% more per transaction than new customers</a:t>
            </a:r>
          </a:p>
          <a:p>
            <a:pPr>
              <a:spcAft>
                <a:spcPts val="600"/>
              </a:spcAft>
              <a:defRPr sz="1800">
                <a:solidFill>
                  <a:srgbClr val="FFA500"/>
                </a:solidFill>
              </a:defRPr>
            </a:pPr>
            <a:r>
              <a:t>Our customer retention rate in 2024 was 68%</a:t>
            </a:r>
          </a:p>
          <a:p>
            <a:pPr>
              <a:spcAft>
                <a:spcPts val="600"/>
              </a:spcAft>
              <a:defRPr sz="1800">
                <a:solidFill>
                  <a:srgbClr val="404040"/>
                </a:solidFill>
              </a:defRPr>
            </a:pPr>
            <a:r>
              <a:t>In 2025, we aim to increase our customer retention rate to 75%</a:t>
            </a:r>
          </a:p>
          <a:p>
            <a:pPr>
              <a:spcAft>
                <a:spcPts val="600"/>
              </a:spcAft>
              <a:defRPr sz="1800">
                <a:solidFill>
                  <a:srgbClr val="404040"/>
                </a:solidFill>
              </a:defRPr>
            </a:pPr>
            <a:r>
              <a:t>Our top 20% repeat customers contribute 80% of our revenue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A500"/>
                </a:solidFill>
              </a:defRPr>
            </a:pPr>
            <a:r>
              <a:t>Our analysis indicates a significant portion of our customer base is comprised of repeat shoppers. Moving forward, we should continue to nurture our relationships with these customers while developing strategies to convert new customers into regular shoppers.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