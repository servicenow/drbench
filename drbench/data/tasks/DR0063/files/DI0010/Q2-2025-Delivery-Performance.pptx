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Elexion Q2 2025 Online Delivery Performance</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evaluate our Q2 2025 online delivery performance, with a specific focus on average delivery time. It provides a comprehensive understanding of our delivery system's efficiency and areas of improvement.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Analysis of Q2 2025 Online Sales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Q2 2025 saw a 12% increase in online vehicle orders compared to Q1</a:t>
            </a:r>
          </a:p>
          <a:p>
            <a:pPr>
              <a:spcAft>
                <a:spcPts val="400"/>
              </a:spcAft>
              <a:defRPr sz="1600">
                <a:solidFill>
                  <a:srgbClr val="404040"/>
                </a:solidFill>
              </a:defRPr>
            </a:pPr>
            <a:r>
              <a:t>The most popular model ordered online was the Elexion E3 sedan</a:t>
            </a:r>
          </a:p>
          <a:p>
            <a:pPr>
              <a:spcAft>
                <a:spcPts val="400"/>
              </a:spcAft>
              <a:defRPr sz="1600">
                <a:solidFill>
                  <a:srgbClr val="FF6347"/>
                </a:solidFill>
              </a:defRPr>
            </a:pPr>
            <a:r>
              <a:t>65% of online orders came from repeat customers</a:t>
            </a:r>
          </a:p>
          <a:p>
            <a:pPr>
              <a:spcAft>
                <a:spcPts val="400"/>
              </a:spcAft>
              <a:defRPr sz="1600">
                <a:solidFill>
                  <a:srgbClr val="404040"/>
                </a:solidFill>
              </a:defRPr>
            </a:pPr>
            <a:r>
              <a:t>The average online buyer age demographic was 35-50</a:t>
            </a:r>
          </a:p>
          <a:p>
            <a:pPr>
              <a:spcAft>
                <a:spcPts val="400"/>
              </a:spcAft>
              <a:defRPr sz="1600">
                <a:solidFill>
                  <a:srgbClr val="404040"/>
                </a:solidFill>
              </a:defRPr>
            </a:pPr>
            <a:r>
              <a:t>There was a 16% decrease in online order cancellations compared to Q1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Evaluation of Q2 2025 Delivery Process Efficiency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Introduced a new tracking system for better order visibility</a:t>
            </a:r>
          </a:p>
          <a:p>
            <a:pPr>
              <a:spcAft>
                <a:spcPts val="400"/>
              </a:spcAft>
              <a:defRPr sz="1600">
                <a:solidFill>
                  <a:srgbClr val="404040"/>
                </a:solidFill>
              </a:defRPr>
            </a:pPr>
            <a:r>
              <a:t>Implemented a more efficient packaging process reducing packing time by 15%</a:t>
            </a:r>
          </a:p>
          <a:p>
            <a:pPr>
              <a:spcAft>
                <a:spcPts val="400"/>
              </a:spcAft>
              <a:defRPr sz="1600">
                <a:solidFill>
                  <a:srgbClr val="FF6347"/>
                </a:solidFill>
              </a:defRPr>
            </a:pPr>
            <a:r>
              <a:t>Enhanced customer communication with real-time delivery updates</a:t>
            </a:r>
          </a:p>
          <a:p>
            <a:pPr>
              <a:spcAft>
                <a:spcPts val="400"/>
              </a:spcAft>
              <a:defRPr sz="1600">
                <a:solidFill>
                  <a:srgbClr val="404040"/>
                </a:solidFill>
              </a:defRPr>
            </a:pPr>
            <a:r>
              <a:t>Invested in training drivers to improve customer service during delivery</a:t>
            </a:r>
          </a:p>
          <a:p>
            <a:pPr>
              <a:spcAft>
                <a:spcPts val="400"/>
              </a:spcAft>
              <a:defRPr sz="1600">
                <a:solidFill>
                  <a:srgbClr val="404040"/>
                </a:solidFill>
              </a:defRPr>
            </a:pPr>
            <a:r>
              <a:t>Ensured all delivery vehicles are electric, aligning with company's sustainability goals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Overview of Q2 2025 Average Vehicle Delivery Time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Discussed the importance of reducing delivery times for customer satisfaction</a:t>
            </a:r>
          </a:p>
          <a:p>
            <a:pPr>
              <a:spcAft>
                <a:spcPts val="400"/>
              </a:spcAft>
              <a:defRPr sz="1600">
                <a:solidFill>
                  <a:srgbClr val="404040"/>
                </a:solidFill>
              </a:defRPr>
            </a:pPr>
            <a:r>
              <a:t>Highlighted the role of efficient production and logistics in timely delivery</a:t>
            </a:r>
          </a:p>
          <a:p>
            <a:pPr>
              <a:spcAft>
                <a:spcPts val="400"/>
              </a:spcAft>
              <a:defRPr sz="1600">
                <a:solidFill>
                  <a:srgbClr val="FF6347"/>
                </a:solidFill>
              </a:defRPr>
            </a:pPr>
            <a:r>
              <a:t>Reviewed the impact of regional differences on delivery times</a:t>
            </a:r>
          </a:p>
          <a:p>
            <a:pPr>
              <a:spcAft>
                <a:spcPts val="400"/>
              </a:spcAft>
              <a:defRPr sz="1600">
                <a:solidFill>
                  <a:srgbClr val="404040"/>
                </a:solidFill>
              </a:defRPr>
            </a:pPr>
            <a:r>
              <a:t>Analyzed how weather conditions can affect delivery times</a:t>
            </a:r>
          </a:p>
          <a:p>
            <a:pPr>
              <a:spcAft>
                <a:spcPts val="400"/>
              </a:spcAft>
              <a:defRPr sz="1600">
                <a:solidFill>
                  <a:srgbClr val="404040"/>
                </a:solidFill>
              </a:defRPr>
            </a:pPr>
            <a:r>
              <a:t>Presented initiatives to optimize delivery routes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The Q2 2025 performance assessment shows room for enhancement in our delivery process efficiency. As we move forward, it is crucial to devise strategies to reduce average delivery time, thereby improving customer satisfaction and sales.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