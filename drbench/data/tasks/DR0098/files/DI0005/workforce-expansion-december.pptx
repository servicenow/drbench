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8080"/>
                </a:solidFill>
              </a:defRPr>
            </a:pPr>
            <a:r>
              <a:t>Workforce Expansion: Finance, HR, IT</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As we continue to grow and digitally transform, our workforce expansion is critical. In this presentation, we will explore the hiring trends across the Finance, HR, and IT departments in December 2024.</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Business Growth and Digital Transformation Initiatives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Lee's Market has been undergoing digital transformation initiatives since 2020</a:t>
            </a:r>
          </a:p>
          <a:p>
            <a:pPr>
              <a:spcAft>
                <a:spcPts val="400"/>
              </a:spcAft>
              <a:defRPr sz="1600">
                <a:solidFill>
                  <a:srgbClr val="404040"/>
                </a:solidFill>
              </a:defRPr>
            </a:pPr>
            <a:r>
              <a:t>The company has invested in cloud-based systems to improve data accessibility</a:t>
            </a:r>
          </a:p>
          <a:p>
            <a:pPr>
              <a:spcAft>
                <a:spcPts val="400"/>
              </a:spcAft>
              <a:defRPr sz="1600">
                <a:solidFill>
                  <a:srgbClr val="FF6347"/>
                </a:solidFill>
              </a:defRPr>
            </a:pPr>
            <a:r>
              <a:t>E-commerce has been a key growth area, with a 20% increase in online sales in 2024</a:t>
            </a:r>
          </a:p>
          <a:p>
            <a:pPr>
              <a:spcAft>
                <a:spcPts val="400"/>
              </a:spcAft>
              <a:defRPr sz="1600">
                <a:solidFill>
                  <a:srgbClr val="404040"/>
                </a:solidFill>
              </a:defRPr>
            </a:pPr>
            <a:r>
              <a:t>The company is focusing on enhancing customer experience through AI-based solutions</a:t>
            </a:r>
          </a:p>
          <a:p>
            <a:pPr>
              <a:spcAft>
                <a:spcPts val="400"/>
              </a:spcAft>
              <a:defRPr sz="1600">
                <a:solidFill>
                  <a:srgbClr val="404040"/>
                </a:solidFill>
              </a:defRPr>
            </a:pPr>
            <a:r>
              <a:t>Digital marketing strategies have been revamped to target the millennial and Gen-Z consumer base</a:t>
            </a:r>
          </a:p>
          <a:p>
            <a:pPr>
              <a:spcAft>
                <a:spcPts val="400"/>
              </a:spcAft>
              <a:defRPr sz="1600">
                <a:solidFill>
                  <a:srgbClr val="FF6347"/>
                </a:solidFill>
              </a:defRPr>
            </a:pPr>
            <a:r>
              <a:t>The company has partnered with tech firms to gain expertise in digital transformation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Workforce Expansion in Key Departments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Staffing levels in sales and marketing have increased by 10% in 2024</a:t>
            </a:r>
          </a:p>
          <a:p>
            <a:pPr>
              <a:spcAft>
                <a:spcPts val="600"/>
              </a:spcAft>
              <a:defRPr sz="1800">
                <a:solidFill>
                  <a:srgbClr val="404040"/>
                </a:solidFill>
              </a:defRPr>
            </a:pPr>
            <a:r>
              <a:t>Lee's Market has been actively recruiting for roles in data analytics and e-commerce</a:t>
            </a:r>
          </a:p>
          <a:p>
            <a:pPr>
              <a:spcAft>
                <a:spcPts val="600"/>
              </a:spcAft>
              <a:defRPr sz="1800">
                <a:solidFill>
                  <a:srgbClr val="FF6347"/>
                </a:solidFill>
              </a:defRPr>
            </a:pPr>
            <a:r>
              <a:t>The company has brought in new talent for its operations and logistics teams</a:t>
            </a:r>
          </a:p>
          <a:p>
            <a:pPr>
              <a:spcAft>
                <a:spcPts val="600"/>
              </a:spcAft>
              <a:defRPr sz="1800">
                <a:solidFill>
                  <a:srgbClr val="404040"/>
                </a:solidFill>
              </a:defRPr>
            </a:pPr>
            <a:r>
              <a:t>To support its digital initiatives, the company has been hiring software developers and data scientists</a:t>
            </a:r>
          </a:p>
          <a:p>
            <a:pPr>
              <a:spcAft>
                <a:spcPts val="600"/>
              </a:spcAft>
              <a:defRPr sz="1800">
                <a:solidFill>
                  <a:srgbClr val="404040"/>
                </a:solidFill>
              </a:defRPr>
            </a:pPr>
            <a:r>
              <a:t>New positions have been created in customer service to enhance the customer experience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Impact of New Hires on Operational Efficiency</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New hires in the logistics department have streamlined the supply chain process</a:t>
            </a:r>
          </a:p>
          <a:p>
            <a:pPr>
              <a:spcAft>
                <a:spcPts val="600"/>
              </a:spcAft>
              <a:defRPr sz="1800">
                <a:solidFill>
                  <a:srgbClr val="404040"/>
                </a:solidFill>
              </a:defRPr>
            </a:pPr>
            <a:r>
              <a:t>Recruiting data analysts has improved decision-making based on customer data</a:t>
            </a:r>
          </a:p>
          <a:p>
            <a:pPr>
              <a:spcAft>
                <a:spcPts val="600"/>
              </a:spcAft>
              <a:defRPr sz="1800">
                <a:solidFill>
                  <a:srgbClr val="FF6347"/>
                </a:solidFill>
              </a:defRPr>
            </a:pPr>
            <a:r>
              <a:t>Hiring additional customer service staff has resulted in a 15% reduction in customer complaints</a:t>
            </a:r>
          </a:p>
          <a:p>
            <a:pPr>
              <a:spcAft>
                <a:spcPts val="600"/>
              </a:spcAft>
              <a:defRPr sz="1800">
                <a:solidFill>
                  <a:srgbClr val="404040"/>
                </a:solidFill>
              </a:defRPr>
            </a:pPr>
            <a:r>
              <a:t>The onboarding of software developers has accelerated the implementation of tech projects</a:t>
            </a:r>
          </a:p>
          <a:p>
            <a:pPr>
              <a:spcAft>
                <a:spcPts val="600"/>
              </a:spcAft>
              <a:defRPr sz="1800">
                <a:solidFill>
                  <a:srgbClr val="404040"/>
                </a:solidFill>
              </a:defRPr>
            </a:pPr>
            <a:r>
              <a:t>New talent in the marketing department has contributed to a 10% increase in brand awareness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808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6347"/>
                </a:solidFill>
              </a:defRPr>
            </a:pPr>
            <a:r>
              <a:t>In conclusion, the new hires in these departments have been instrumental in driving our growth and transformation agenda. Moving forward, we will continue to strengthen our workforce as needed to support our strategic objectives.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