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7030A0"/>
                </a:solidFill>
              </a:defRPr>
            </a:pPr>
            <a:r>
              <a:t>Lease Renegotiation Impact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outlines the financial implications of our recently renegotiated leases. We will delve into our cost-saving measures and their impact on our bottom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Context: Retail Industry Lease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Overall, the retail industry saw a 3% decrease in lease costs in 2025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Richmond, lease costs remained stable due to economic growth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Q1 2025 marked an increase in lease renegotiations across the retail sector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E-commerce growth has influenced changes in lease agreements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More retailers are exploring short-term leases to increase flexibility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Some retailers have negotiated for percentage rent leases, where rent is based on store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Impact of Lease Renegotiations on Lee's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renegotiations impacted twelve store locations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Lease renegotiations led to changes in store operating hours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lease renegotiations were managed by the company's legal and finance departments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renegotiations allowed for more flexible terms in the face of volatile market conditions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company's ability to renegotiate leases was influenced by its strong market presence and store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Future Lease Management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Lee's Market plans to evaluate lease agreements on an annual basis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is considering incorporating more percentage rent leases in the future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Lee's Market is exploring opportunities for further lease renegotiations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Future lease management will focus on flexible terms to adapt to market changes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company will prioritize locations with high sales performance for future lease negotiations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Our strategic lease renegotiations have yielded considerable rent reductions across our locations. Moving forward, we need to continuously review and manage our lease agreements to maximize savings.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