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Energy Efficiency in Lee's Market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provide an overview of our recent energy efficiency initiatives, with a focus on the upgrade of refrigeration systems in 20 of our stores in Q1 2025. The aim is to understand the impact of these upgrades on our energy consumption.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Overview of Energy Efficiency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Q4 2024, Lee's Market committed to a comprehensive energy optimization program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Across the industry, energy costs represent, on average, 2-3% of retailers’ total operating costs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Lee's Market has prioritized upgrading lighting systems in its stores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has also invested in energy-efficient heating and cooling systems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dedicated sustainability team was established in early 2025 to oversee these initiatives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The team is also responsible for conducting regular energy audits and training staff on energy conservation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Impact of Refrigeration System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Upgrading refrigeration systems can lead to energy savings of 20-50%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 implemented a training program for staff to properly manage the new systems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company also conducted a comprehensive evaluation of its refrigeration equipment in Q4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new refrigeration systems are expected to have a lifespan of 15-20 years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is also analyzing the possibility of investing in renewable energy sources to power these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Next Steps in Energy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plans to implement smart meters in all stores by Q3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is also exploring partnerships with local renewable energy providers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A plan is in place to upgrade the HVAC systems in the next fiscal 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aims to achieve a 40% reduction in overall energy consumption by 2027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also plans to extend its energy efficiency training program to all employees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The upgrade of our refrigeration systems has resulted in significant reductions in energy consumption. We will continue to pursue energy-efficient technologies for further improvements in our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