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Staff Retention Analysis: Lee's Market vs Industry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review and analyze the retention rate of store managers at Lee's Market, comparing it to the industry average. This analysis will help us understand our competitive position and inform our strategies moving forward.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Lee's Market Retention Trends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Lee's Market expanded to 50 locations in British Columbia by 2020</a:t>
            </a:r>
          </a:p>
          <a:p>
            <a:pPr>
              <a:spcAft>
                <a:spcPts val="600"/>
              </a:spcAft>
              <a:defRPr sz="1800">
                <a:solidFill>
                  <a:srgbClr val="404040"/>
                </a:solidFill>
              </a:defRPr>
            </a:pPr>
            <a:r>
              <a:t>Customer retention rate has increased by 15% from 2015 to 2020</a:t>
            </a:r>
          </a:p>
          <a:p>
            <a:pPr>
              <a:spcAft>
                <a:spcPts val="600"/>
              </a:spcAft>
              <a:defRPr sz="1800">
                <a:solidFill>
                  <a:srgbClr val="FF6347"/>
                </a:solidFill>
              </a:defRPr>
            </a:pPr>
            <a:r>
              <a:t>Employee training programs saw a 20% increase in participation in 2020</a:t>
            </a:r>
          </a:p>
          <a:p>
            <a:pPr>
              <a:spcAft>
                <a:spcPts val="600"/>
              </a:spcAft>
              <a:defRPr sz="1800">
                <a:solidFill>
                  <a:srgbClr val="404040"/>
                </a:solidFill>
              </a:defRPr>
            </a:pPr>
            <a:r>
              <a:t>Customer loyalty program was introduced in 2019, adding 5,000 members in the first year</a:t>
            </a:r>
          </a:p>
          <a:p>
            <a:pPr>
              <a:spcAft>
                <a:spcPts val="600"/>
              </a:spcAft>
              <a:defRPr sz="1800">
                <a:solidFill>
                  <a:srgbClr val="404040"/>
                </a:solidFill>
              </a:defRPr>
            </a:pPr>
            <a:r>
              <a:t>Product return rate reduced by 3% in 2019 compared to 2018</a:t>
            </a:r>
          </a:p>
          <a:p>
            <a:pPr>
              <a:spcAft>
                <a:spcPts val="600"/>
              </a:spcAft>
              <a:defRPr sz="1800">
                <a:solidFill>
                  <a:srgbClr val="FF6347"/>
                </a:solidFill>
              </a:defRPr>
            </a:pPr>
            <a:r>
              <a:t>Full-time employee count reached 5000 in 2020</a:t>
            </a:r>
          </a:p>
          <a:p>
            <a:pPr>
              <a:spcAft>
                <a:spcPts val="600"/>
              </a:spcAft>
              <a:defRPr sz="1800">
                <a:solidFill>
                  <a:srgbClr val="404040"/>
                </a:solidFill>
              </a:defRPr>
            </a:pPr>
            <a:r>
              <a:t>Lee's Market was voted among the top 10 employers in Richmond in 2021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Store Manager Retention: Industry Benchmarking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average store manager tenure in the retail industry is 5 years</a:t>
            </a:r>
          </a:p>
          <a:p>
            <a:pPr>
              <a:spcAft>
                <a:spcPts val="600"/>
              </a:spcAft>
              <a:defRPr sz="1800">
                <a:solidFill>
                  <a:srgbClr val="404040"/>
                </a:solidFill>
              </a:defRPr>
            </a:pPr>
            <a:r>
              <a:t>Employee benefits offered by top retail companies include health insurance, retirement plans, and tuition aid</a:t>
            </a:r>
          </a:p>
          <a:p>
            <a:pPr>
              <a:spcAft>
                <a:spcPts val="600"/>
              </a:spcAft>
              <a:defRPr sz="1800">
                <a:solidFill>
                  <a:srgbClr val="FF6347"/>
                </a:solidFill>
              </a:defRPr>
            </a:pPr>
            <a:r>
              <a:t>Industry-wide, store manager turnover is highest in the first year of employment</a:t>
            </a:r>
          </a:p>
          <a:p>
            <a:pPr>
              <a:spcAft>
                <a:spcPts val="600"/>
              </a:spcAft>
              <a:defRPr sz="1800">
                <a:solidFill>
                  <a:srgbClr val="404040"/>
                </a:solidFill>
              </a:defRPr>
            </a:pPr>
            <a:r>
              <a:t>Top retail companies invest considerably in leadership development programs</a:t>
            </a:r>
          </a:p>
          <a:p>
            <a:pPr>
              <a:spcAft>
                <a:spcPts val="600"/>
              </a:spcAft>
              <a:defRPr sz="1800">
                <a:solidFill>
                  <a:srgbClr val="404040"/>
                </a:solidFill>
              </a:defRPr>
            </a:pPr>
            <a:r>
              <a:t>Typical retail industry promotions for store manager positions occur every 3-5 years</a:t>
            </a:r>
          </a:p>
          <a:p>
            <a:pPr>
              <a:spcAft>
                <a:spcPts val="600"/>
              </a:spcAft>
              <a:defRPr sz="1800">
                <a:solidFill>
                  <a:srgbClr val="FF6347"/>
                </a:solidFill>
              </a:defRPr>
            </a:pPr>
            <a:r>
              <a:t>The industry average for employee satisfaction is 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Implications and Strategies for Lee's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Implementing a comprehensive employee benefits program could increase overall employee retention</a:t>
            </a:r>
          </a:p>
          <a:p>
            <a:pPr>
              <a:spcAft>
                <a:spcPts val="400"/>
              </a:spcAft>
              <a:defRPr sz="1600">
                <a:solidFill>
                  <a:srgbClr val="404040"/>
                </a:solidFill>
              </a:defRPr>
            </a:pPr>
            <a:r>
              <a:t>Focusing on employee engagement can lead to higher customer satisfaction</a:t>
            </a:r>
          </a:p>
          <a:p>
            <a:pPr>
              <a:spcAft>
                <a:spcPts val="400"/>
              </a:spcAft>
              <a:defRPr sz="1600">
                <a:solidFill>
                  <a:srgbClr val="FF6347"/>
                </a:solidFill>
              </a:defRPr>
            </a:pPr>
            <a:r>
              <a:t>Investing in leadership development programs could lead to lower store manager turnover</a:t>
            </a:r>
          </a:p>
          <a:p>
            <a:pPr>
              <a:spcAft>
                <a:spcPts val="400"/>
              </a:spcAft>
              <a:defRPr sz="1600">
                <a:solidFill>
                  <a:srgbClr val="404040"/>
                </a:solidFill>
              </a:defRPr>
            </a:pPr>
            <a:r>
              <a:t>Regularly reviewing compensation packages to remain competitive in the industry</a:t>
            </a:r>
          </a:p>
          <a:p>
            <a:pPr>
              <a:spcAft>
                <a:spcPts val="400"/>
              </a:spcAft>
              <a:defRPr sz="1600">
                <a:solidFill>
                  <a:srgbClr val="404040"/>
                </a:solidFill>
              </a:defRPr>
            </a:pPr>
            <a:r>
              <a:t>Implementing structured career progression paths could increase the average store manager tenure</a:t>
            </a:r>
          </a:p>
          <a:p>
            <a:pPr>
              <a:spcAft>
                <a:spcPts val="400"/>
              </a:spcAft>
              <a:defRPr sz="1600">
                <a:solidFill>
                  <a:srgbClr val="FF6347"/>
                </a:solidFill>
              </a:defRPr>
            </a:pPr>
            <a:r>
              <a:t>Improving onboarding processes for new store managers could reduce turnover in the first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analysis shows that our store manager retention aligns with or exceeds industry standards. As we move forward, we should focus on maintaining this momentum and exploring strategies for further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