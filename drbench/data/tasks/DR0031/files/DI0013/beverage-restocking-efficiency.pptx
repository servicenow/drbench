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DC143C"/>
                </a:solidFill>
              </a:defRPr>
            </a:pPr>
            <a:r>
              <a:t>Efficiency Analysis: Beverage Aisle Restocking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dives into our recent employee efficiency analysis, focusing on in-store operations related to beverage aisle restocking. It aims to provide insights into the time taken and identify opportunities for optimization.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Overview of In-store Operations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Lee's Market introduced a new POS system in August 2024, which increased checkout speed by 15%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Our inventory turnover ratio improved by 8% from Q2 to Q3 2024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</a:defRPr>
            </a:pPr>
            <a:r>
              <a:t>A new store layout introduced in July 2024 reduced customer shopping time by 10%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Employee turnover rate dropped by 5% in Q3 2024, improving overall operational efficiency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We implemented a new training program for employees in June 2024, leading to a 20% increase in customer service ratings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</a:defRPr>
            </a:pPr>
            <a:r>
              <a:t>Our online order fulfillment speed increased by 25% in the last quarter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Detailed Analysis: Beverage Aisle Restocking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Employee efficiency in restocking the produce aisle improved by 10% from Q2 to Q3 2024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meat aisle saw a decrease in restocking efficiency by 5% in September 2024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</a:defRPr>
            </a:pPr>
            <a:r>
              <a:t>In Q3 2024, our fastest restocking time was in the dairy aisle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We introduced a new shelf arrangement system in the snack aisle in September 2024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Our slowest restocking time in Q3 2024 was in the canned goods aisle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</a:defRPr>
            </a:pPr>
            <a:r>
              <a:t>The bakery aisle restocking efficiency remained stable from Q2 to Q3 2024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Implications and Opportunities for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Implementing a new shelf arrangement system could improve efficiency in the meat and canned goods aisles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Cross-training employees could help reduce overall restocking times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Using a centralized inventory management system might improve restocking efficiency in all aisles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Consider implementing a faster, more automated restocking process for high turnover items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More frequent restocking of perishable items could reduce waste and improve inventory turnover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A new training program might improve restocking efficiency in the bakery aisle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D700"/>
                </a:solidFill>
              </a:defRPr>
            </a:pPr>
            <a:r>
              <a:t>Understanding the time taken in restocking the beverage aisle provides insights into our in-store operations efficiency. Moving forward, we should leverage these findings to optimize our processes, ultimately improving our services and customer experience.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