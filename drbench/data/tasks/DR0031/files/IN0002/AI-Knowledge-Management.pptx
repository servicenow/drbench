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AI-Driven Knowledge Management for Lee's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Lee's Market continues to grow, adopting AI solutions for knowledge management is critical. This presentation explores potential strategies to enhance our customer experience by 2028.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Current State of Knowledge Management at Lee's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Internal data from Q3 2024 indicates that the Quebec City branch is experiencing bottlenecks in the payment and checkout process.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Quebec City store has the lengthiest checkout duration across all Lee's Market stores in Quebec, causing potential customer dissatisfaction.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AI implementation could help optimize the checkout process by predicting customer flow, based on historical sales data.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By leveraging AI, the Quebec City store can streamline staff management practices, reducing the average checkout time and enhancing the overall customer experience.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 improved checkout process through AI can also potentially increase customer loyalty and repeat business, contributing to the company's revenue growth by 2028.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AI-driven strategy for knowledge management will not only help the Quebec City store but also serve as a pilot test for other branches facing similar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Exploring AI Solutions in Retail Knowledge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Retail industry has been increasingly leveraging AI in their knowledge management systems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automate data collection and processing, making systems more efficient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Some enterprises are using AI for predictive analytics in their knowledge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help in streamlining inventory management and supply chain operations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also enhance security measures in the knowledge management systems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AI can help in identifying trends and patterns in customer buying behavior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in knowledge management can lead to cost savings and increased productivity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AI-Driven Strategies: Impact on 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help in personalizing customer experience by recommending products based on past purchases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chatbots can provide instant assistance to online customers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AI can help in predicting demand and ensuring product availability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enhance in-store navigation and product discovery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analyze customer feedback and improve service quality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AI can automate checkout processes, reducing wait times for customers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enable virtual reality shopping experiences for online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Adopting AI-driven knowledge management strategies can significantly enhance our customer experience. As we move forward, exploring implementation of these technologies should be a priority.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