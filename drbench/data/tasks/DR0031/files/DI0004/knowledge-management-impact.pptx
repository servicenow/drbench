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Knowledge Management Impact on Content Creation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evaluates the impact of the knowledge management team's efforts in refining the process repository access in February 2025. We specifically focus on its influence on the content creation process within the marketing department.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Exploring the Process Repository Enhancements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repository underwent an interface overhaul for increased user-friendliness</a:t>
            </a:r>
          </a:p>
          <a:p>
            <a:pPr>
              <a:spcAft>
                <a:spcPts val="400"/>
              </a:spcAft>
              <a:defRPr sz="1600">
                <a:solidFill>
                  <a:srgbClr val="404040"/>
                </a:solidFill>
              </a:defRPr>
            </a:pPr>
            <a:r>
              <a:t>Enhanced search capabilities were implemented to quickly locate resources</a:t>
            </a:r>
          </a:p>
          <a:p>
            <a:pPr>
              <a:spcAft>
                <a:spcPts val="400"/>
              </a:spcAft>
              <a:defRPr sz="1600">
                <a:solidFill>
                  <a:srgbClr val="FFC000"/>
                </a:solidFill>
              </a:defRPr>
            </a:pPr>
            <a:r>
              <a:t>The new information architecture was based on the ISO 15489 Records Management standard</a:t>
            </a:r>
          </a:p>
          <a:p>
            <a:pPr>
              <a:spcAft>
                <a:spcPts val="400"/>
              </a:spcAft>
              <a:defRPr sz="1600">
                <a:solidFill>
                  <a:srgbClr val="404040"/>
                </a:solidFill>
              </a:defRPr>
            </a:pPr>
            <a:r>
              <a:t>A digital rights management system was integrated to protect intellectual property</a:t>
            </a:r>
          </a:p>
          <a:p>
            <a:pPr>
              <a:spcAft>
                <a:spcPts val="400"/>
              </a:spcAft>
              <a:defRPr sz="1600">
                <a:solidFill>
                  <a:srgbClr val="404040"/>
                </a:solidFill>
              </a:defRPr>
            </a:pPr>
            <a:r>
              <a:t>An automated system for document version control was introduced</a:t>
            </a:r>
          </a:p>
          <a:p>
            <a:pPr>
              <a:spcAft>
                <a:spcPts val="400"/>
              </a:spcAft>
              <a:defRPr sz="1600">
                <a:solidFill>
                  <a:srgbClr val="FFC000"/>
                </a:solidFill>
              </a:defRPr>
            </a:pPr>
            <a:r>
              <a:t>A dedicated team was assigned to ensure the repository's regular maintenance and updates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Content Creation: Pre and Post Implementation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Prior to the update, the average time spent on locating resources was 45 minutes</a:t>
            </a:r>
          </a:p>
          <a:p>
            <a:pPr>
              <a:spcAft>
                <a:spcPts val="600"/>
              </a:spcAft>
              <a:defRPr sz="1800">
                <a:solidFill>
                  <a:srgbClr val="404040"/>
                </a:solidFill>
              </a:defRPr>
            </a:pPr>
            <a:r>
              <a:t>The number of unique daily users of the repository increased by 30% post-update</a:t>
            </a:r>
          </a:p>
          <a:p>
            <a:pPr>
              <a:spcAft>
                <a:spcPts val="600"/>
              </a:spcAft>
              <a:defRPr sz="1800">
                <a:solidFill>
                  <a:srgbClr val="FFC000"/>
                </a:solidFill>
              </a:defRPr>
            </a:pPr>
            <a:r>
              <a:t>The amount of redundant content creation has been reduced by an estimated 70%</a:t>
            </a:r>
          </a:p>
          <a:p>
            <a:pPr>
              <a:spcAft>
                <a:spcPts val="600"/>
              </a:spcAft>
              <a:defRPr sz="1800">
                <a:solidFill>
                  <a:srgbClr val="404040"/>
                </a:solidFill>
              </a:defRPr>
            </a:pPr>
            <a:r>
              <a:t>Repository downtime decreased from 2 hours monthly to 10 minutes</a:t>
            </a:r>
          </a:p>
          <a:p>
            <a:pPr>
              <a:spcAft>
                <a:spcPts val="600"/>
              </a:spcAft>
              <a:defRPr sz="1800">
                <a:solidFill>
                  <a:srgbClr val="404040"/>
                </a:solidFill>
              </a:defRPr>
            </a:pPr>
            <a:r>
              <a:t>The average time for creating new content has decreased by 2 hours post enhancements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Marketing Staff Feedback on Process Changes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new repository received a user satisfaction rate of 88% in the first quarter</a:t>
            </a:r>
          </a:p>
          <a:p>
            <a:pPr>
              <a:spcAft>
                <a:spcPts val="600"/>
              </a:spcAft>
              <a:defRPr sz="1800">
                <a:solidFill>
                  <a:srgbClr val="404040"/>
                </a:solidFill>
              </a:defRPr>
            </a:pPr>
            <a:r>
              <a:t>Marketing employees report a 30% increase in collaborative projects</a:t>
            </a:r>
          </a:p>
          <a:p>
            <a:pPr>
              <a:spcAft>
                <a:spcPts val="600"/>
              </a:spcAft>
              <a:defRPr sz="1800">
                <a:solidFill>
                  <a:srgbClr val="FFC000"/>
                </a:solidFill>
              </a:defRPr>
            </a:pPr>
            <a:r>
              <a:t>The marketing team reported a 15% increase in productivity post implementation</a:t>
            </a:r>
          </a:p>
          <a:p>
            <a:pPr>
              <a:spcAft>
                <a:spcPts val="600"/>
              </a:spcAft>
              <a:defRPr sz="1800">
                <a:solidFill>
                  <a:srgbClr val="404040"/>
                </a:solidFill>
              </a:defRPr>
            </a:pPr>
            <a:r>
              <a:t>Staff training on the new repository took an average of 1.5 hours per employee</a:t>
            </a:r>
          </a:p>
          <a:p>
            <a:pPr>
              <a:spcAft>
                <a:spcPts val="600"/>
              </a:spcAft>
              <a:defRPr sz="1800">
                <a:solidFill>
                  <a:srgbClr val="404040"/>
                </a:solidFill>
              </a:defRPr>
            </a:pPr>
            <a:r>
              <a:t>The most appreciated feature among marketing staff was the improved search function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C000"/>
                </a:solidFill>
              </a:defRPr>
            </a:pPr>
            <a:r>
              <a:t>The improvements to our process repository have significantly positively impacted our content creation process. Moving forward, we will continue to refine our knowledge management strategies to further enhance efficiency and effectiveness across all departments.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