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Mental Health Services Growth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provide an overview of our mental health service line, highlighting its current status and future growth trajectory. Our aim is to inform strategic decision-making and resource allocation in this key segment.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Overview of Current Mental Health Services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Solutions offers a wide range of mental health services, including counseling, psychiatry, and crisis intervention</a:t>
            </a:r>
          </a:p>
          <a:p>
            <a:pPr>
              <a:spcAft>
                <a:spcPts val="600"/>
              </a:spcAft>
              <a:defRPr sz="1800">
                <a:solidFill>
                  <a:srgbClr val="404040"/>
                </a:solidFill>
              </a:defRPr>
            </a:pPr>
            <a:r>
              <a:t>Our platform utilizes advanced technology to connect patients with licensed healthcare professionals</a:t>
            </a:r>
          </a:p>
          <a:p>
            <a:pPr>
              <a:spcAft>
                <a:spcPts val="600"/>
              </a:spcAft>
              <a:defRPr sz="1800">
                <a:solidFill>
                  <a:srgbClr val="FFD700"/>
                </a:solidFill>
              </a:defRPr>
            </a:pPr>
            <a:r>
              <a:t>We maintain strict adherence to privacy and data security standards to ensure patient confidentiality</a:t>
            </a:r>
          </a:p>
          <a:p>
            <a:pPr>
              <a:spcAft>
                <a:spcPts val="600"/>
              </a:spcAft>
              <a:defRPr sz="1800">
                <a:solidFill>
                  <a:srgbClr val="404040"/>
                </a:solidFill>
              </a:defRPr>
            </a:pPr>
            <a:r>
              <a:t>MediConn's mental health services are available 24/7, providing accessibility for individuals in need at any time</a:t>
            </a:r>
          </a:p>
          <a:p>
            <a:pPr>
              <a:spcAft>
                <a:spcPts val="600"/>
              </a:spcAft>
              <a:defRPr sz="1800">
                <a:solidFill>
                  <a:srgbClr val="404040"/>
                </a:solidFill>
              </a:defRPr>
            </a:pPr>
            <a:r>
              <a:t>In 2023, we expanded our mental health services to include specialized support for veterans and first responders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Market Trends Influencing Mental Health Sector</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COVID-19 pandemic has accelerated the demand for virtual mental health services</a:t>
            </a:r>
          </a:p>
          <a:p>
            <a:pPr>
              <a:spcAft>
                <a:spcPts val="600"/>
              </a:spcAft>
              <a:defRPr sz="1800">
                <a:solidFill>
                  <a:srgbClr val="404040"/>
                </a:solidFill>
              </a:defRPr>
            </a:pPr>
            <a:r>
              <a:t>Increasing awareness and destigmatization of mental health issues has led to higher demand for services</a:t>
            </a:r>
          </a:p>
          <a:p>
            <a:pPr>
              <a:spcAft>
                <a:spcPts val="600"/>
              </a:spcAft>
              <a:defRPr sz="1800">
                <a:solidFill>
                  <a:srgbClr val="FFD700"/>
                </a:solidFill>
              </a:defRPr>
            </a:pPr>
            <a:r>
              <a:t>Advances in technology are enabling more effective virtual therapy sessions</a:t>
            </a:r>
          </a:p>
          <a:p>
            <a:pPr>
              <a:spcAft>
                <a:spcPts val="600"/>
              </a:spcAft>
              <a:defRPr sz="1800">
                <a:solidFill>
                  <a:srgbClr val="404040"/>
                </a:solidFill>
              </a:defRPr>
            </a:pPr>
            <a:r>
              <a:t>Regulatory changes are increasingly supporting reimbursement for virtual mental health services</a:t>
            </a:r>
          </a:p>
          <a:p>
            <a:pPr>
              <a:spcAft>
                <a:spcPts val="600"/>
              </a:spcAft>
              <a:defRPr sz="1800">
                <a:solidFill>
                  <a:srgbClr val="404040"/>
                </a:solidFill>
              </a:defRPr>
            </a:pPr>
            <a:r>
              <a:t>The rise of personalized care is steering the industry towards more individualized treatment plans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Projected Growth of Mental Health Services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Predictions indicate strong growth in demand for virtual mental health services in the next decade</a:t>
            </a:r>
          </a:p>
          <a:p>
            <a:pPr>
              <a:spcAft>
                <a:spcPts val="400"/>
              </a:spcAft>
              <a:defRPr sz="1600">
                <a:solidFill>
                  <a:srgbClr val="404040"/>
                </a:solidFill>
              </a:defRPr>
            </a:pPr>
            <a:r>
              <a:t>The global digital mental health market is expected to reach $20 billion by 2027</a:t>
            </a:r>
          </a:p>
          <a:p>
            <a:pPr>
              <a:spcAft>
                <a:spcPts val="400"/>
              </a:spcAft>
              <a:defRPr sz="1600">
                <a:solidFill>
                  <a:srgbClr val="FFD700"/>
                </a:solidFill>
              </a:defRPr>
            </a:pPr>
            <a:r>
              <a:t>The trend of integrating mental health services into primary care is projected to continue</a:t>
            </a:r>
          </a:p>
          <a:p>
            <a:pPr>
              <a:spcAft>
                <a:spcPts val="400"/>
              </a:spcAft>
              <a:defRPr sz="1600">
                <a:solidFill>
                  <a:srgbClr val="404040"/>
                </a:solidFill>
              </a:defRPr>
            </a:pPr>
            <a:r>
              <a:t>We anticipate increased adoption of our services by businesses as part of their employee wellness programs</a:t>
            </a:r>
          </a:p>
          <a:p>
            <a:pPr>
              <a:spcAft>
                <a:spcPts val="400"/>
              </a:spcAft>
              <a:defRPr sz="1600">
                <a:solidFill>
                  <a:srgbClr val="404040"/>
                </a:solidFill>
              </a:defRPr>
            </a:pPr>
            <a:r>
              <a:t>Development of AI and machine learning technologies could shape the future of virtual mental health services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Our mental health service line is poised for substantial growth, influenced by current market trends. As we move forward, our focus should be on leveraging these opportunities and addressing potential challenges to maximize our growth potential.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