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Platform Redesign Impact Assessment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an analytical overview of the impact of our recent platform redesign on attracting potential new patients. We'll explore key metrics, patient feedback, and industry trends.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Industry Trends in Virtual Healthcare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the virtual healthcare market saw a 25% growth compared to previous years</a:t>
            </a:r>
          </a:p>
          <a:p>
            <a:pPr>
              <a:spcAft>
                <a:spcPts val="600"/>
              </a:spcAft>
              <a:defRPr sz="1800">
                <a:solidFill>
                  <a:srgbClr val="404040"/>
                </a:solidFill>
              </a:defRPr>
            </a:pPr>
            <a:r>
              <a:t>An increasing number of patients prefer virtual consultations for minor health issues</a:t>
            </a:r>
          </a:p>
          <a:p>
            <a:pPr>
              <a:spcAft>
                <a:spcPts val="600"/>
              </a:spcAft>
              <a:defRPr sz="1800">
                <a:solidFill>
                  <a:srgbClr val="FFC000"/>
                </a:solidFill>
              </a:defRPr>
            </a:pPr>
            <a:r>
              <a:t>The virtual healthcare industry is projected to reach $5 billion by 2026</a:t>
            </a:r>
          </a:p>
          <a:p>
            <a:pPr>
              <a:spcAft>
                <a:spcPts val="600"/>
              </a:spcAft>
              <a:defRPr sz="1800">
                <a:solidFill>
                  <a:srgbClr val="404040"/>
                </a:solidFill>
              </a:defRPr>
            </a:pPr>
            <a:r>
              <a:t>Telehealth initiatives have been widely adopted by rural communities</a:t>
            </a:r>
          </a:p>
          <a:p>
            <a:pPr>
              <a:spcAft>
                <a:spcPts val="600"/>
              </a:spcAft>
              <a:defRPr sz="1800">
                <a:solidFill>
                  <a:srgbClr val="404040"/>
                </a:solidFill>
              </a:defRPr>
            </a:pPr>
            <a:r>
              <a:t>Regulatory changes have enabled more virtual healthcare services to be covered by insurance</a:t>
            </a:r>
          </a:p>
          <a:p>
            <a:pPr>
              <a:spcAft>
                <a:spcPts val="600"/>
              </a:spcAft>
              <a:defRPr sz="1800">
                <a:solidFill>
                  <a:srgbClr val="FFC000"/>
                </a:solidFill>
              </a:defRPr>
            </a:pPr>
            <a:r>
              <a:t>The pandemic has accelerated the adoption of virtual healthcare services across Canada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Patient Feedback and Engagement Metrics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Average session duration on the platform has increased by 10% since 2022</a:t>
            </a:r>
          </a:p>
          <a:p>
            <a:pPr>
              <a:spcAft>
                <a:spcPts val="400"/>
              </a:spcAft>
              <a:defRPr sz="1600">
                <a:solidFill>
                  <a:srgbClr val="404040"/>
                </a:solidFill>
              </a:defRPr>
            </a:pPr>
            <a:r>
              <a:t>The platform's net promoter score remained steady at 85% throughout 2023</a:t>
            </a:r>
          </a:p>
          <a:p>
            <a:pPr>
              <a:spcAft>
                <a:spcPts val="400"/>
              </a:spcAft>
              <a:defRPr sz="1600">
                <a:solidFill>
                  <a:srgbClr val="FFC000"/>
                </a:solidFill>
              </a:defRPr>
            </a:pPr>
            <a:r>
              <a:t>There was a 30% increase in patient queries through the live chat feature in 2023</a:t>
            </a:r>
          </a:p>
          <a:p>
            <a:pPr>
              <a:spcAft>
                <a:spcPts val="400"/>
              </a:spcAft>
              <a:defRPr sz="1600">
                <a:solidFill>
                  <a:srgbClr val="404040"/>
                </a:solidFill>
              </a:defRPr>
            </a:pPr>
            <a:r>
              <a:t>95% of patients rated the platform's user interface as 'easy to use'</a:t>
            </a:r>
          </a:p>
          <a:p>
            <a:pPr>
              <a:spcAft>
                <a:spcPts val="400"/>
              </a:spcAft>
              <a:defRPr sz="1600">
                <a:solidFill>
                  <a:srgbClr val="404040"/>
                </a:solidFill>
              </a:defRPr>
            </a:pPr>
            <a:r>
              <a:t>In-app survey showed that most patients found the booking process straightforward</a:t>
            </a:r>
          </a:p>
          <a:p>
            <a:pPr>
              <a:spcAft>
                <a:spcPts val="400"/>
              </a:spcAft>
              <a:defRPr sz="1600">
                <a:solidFill>
                  <a:srgbClr val="FFC000"/>
                </a:solidFill>
              </a:defRPr>
            </a:pPr>
            <a:r>
              <a:t>Majority of the patients appreciate the personalized care plans offered on the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New Patient Acquisition Post-Redesign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company's overall patient base has grown by 30% in 2023</a:t>
            </a:r>
          </a:p>
          <a:p>
            <a:pPr>
              <a:spcAft>
                <a:spcPts val="600"/>
              </a:spcAft>
              <a:defRPr sz="1800">
                <a:solidFill>
                  <a:srgbClr val="404040"/>
                </a:solidFill>
              </a:defRPr>
            </a:pPr>
            <a:r>
              <a:t>In 2023, the company saw a steady increase in the number of corporate clients</a:t>
            </a:r>
          </a:p>
          <a:p>
            <a:pPr>
              <a:spcAft>
                <a:spcPts val="600"/>
              </a:spcAft>
              <a:defRPr sz="1800">
                <a:solidFill>
                  <a:srgbClr val="FFC000"/>
                </a:solidFill>
              </a:defRPr>
            </a:pPr>
            <a:r>
              <a:t>The platform's mobile app downloads increased by 20% post-redesign</a:t>
            </a:r>
          </a:p>
          <a:p>
            <a:pPr>
              <a:spcAft>
                <a:spcPts val="600"/>
              </a:spcAft>
              <a:defRPr sz="1800">
                <a:solidFill>
                  <a:srgbClr val="404040"/>
                </a:solidFill>
              </a:defRPr>
            </a:pPr>
            <a:r>
              <a:t>The average rate of patient referrals has increased by 15% after the redesign</a:t>
            </a:r>
          </a:p>
          <a:p>
            <a:pPr>
              <a:spcAft>
                <a:spcPts val="600"/>
              </a:spcAft>
              <a:defRPr sz="1800">
                <a:solidFill>
                  <a:srgbClr val="404040"/>
                </a:solidFill>
              </a:defRPr>
            </a:pPr>
            <a:r>
              <a:t>The company has expanded its service to three additional provinces since the redesign</a:t>
            </a:r>
          </a:p>
          <a:p>
            <a:pPr>
              <a:spcAft>
                <a:spcPts val="600"/>
              </a:spcAft>
              <a:defRPr sz="1800">
                <a:solidFill>
                  <a:srgbClr val="FFC000"/>
                </a:solidFill>
              </a:defRPr>
            </a:pPr>
            <a:r>
              <a:t>There was a significant increase in engagement on the company's social media platforms post-redesign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Our platform redesign has shown a positive impact on attracting new patients, as reflected in our acquisition metrics. Moving forward, we should focus on enhancing user experience further and aligning our services with the evolving industry trends.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