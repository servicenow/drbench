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7030A0"/>
                </a:solidFill>
              </a:defRPr>
            </a:pPr>
            <a:r>
              <a:t>AI-Integrated ITSM for Enhanced Support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030A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With the rise of remote healthcare, MediConn Solutions needs to leverage innovative technologies to enhance IT service management. This presentation explores how AI-integrated ITSM can be utilized to improve support services for our remote care and mobile health apps.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030A0"/>
                </a:solidFill>
              </a:defRPr>
            </a:pPr>
            <a:r>
              <a:t>Current ITSM Challenges in Remote Healthcare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average response time for incidents related to our mobile health app was around 15 minutes in the third quarter of 2025, pointing towards the need for process optimization.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Given the ongoing reliance on remote care, this response time can lead to potential service disruptions affecting patient access to care.</a:t>
            </a:r>
          </a:p>
          <a:p>
            <a:pPr>
              <a:spcAft>
                <a:spcPts val="400"/>
              </a:spcAft>
              <a:defRPr sz="1600">
                <a:solidFill>
                  <a:srgbClr val="FFC000"/>
                </a:solidFill>
              </a:defRPr>
            </a:pPr>
            <a:r>
              <a:t>ITSM can enable automated evidence collection and audit preparation, helping us maintain regulatory compliance while saving significant time.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Knowledge Centered Service (KCS) aspect of ITSM can help reduce incident volume and accelerate resolution times, freeing our IT staff to tackle more complex issues.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Implementing AI-integrated ITSM could potentially enhance our support capabilities, further reduce response times, and improve the user experience for both patients and healthcare professionals.</a:t>
            </a:r>
          </a:p>
          <a:p>
            <a:pPr>
              <a:spcAft>
                <a:spcPts val="400"/>
              </a:spcAft>
              <a:defRPr sz="1600">
                <a:solidFill>
                  <a:srgbClr val="FFC000"/>
                </a:solidFill>
              </a:defRPr>
            </a:pPr>
            <a:r>
              <a:t>By leveraging the potential of AI-integrated ITSM, we can aim to achieve a seamless healthcare experience and meet our strategic goals by Q1 of 2027.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030A0"/>
                </a:solidFill>
              </a:defRPr>
            </a:pPr>
            <a:r>
              <a:t>AI-Integrated ITSM: A Solution for Enhanced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Industry reports suggest a 50% increase in AI adoption in ITSM by 2026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AI can automate routine tasks, freeing up IT staff for more complex issues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AI-powered chatbots can provide 24/7 support to users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Predictive analytics can proactively identify potential IT issues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AI can enhance the ITSM platform's self-service capabilities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AI can help in generating insightful reports to aid decision-making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030A0"/>
                </a:solidFill>
              </a:defRPr>
            </a:pPr>
            <a:r>
              <a:t>Regulatory Compliance and User Experience with AI-Integrated ITSM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AI can streamline compliance by automating evidence collection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AI can improve user experience by reducing response times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AI can ensure data security by detecting and mitigating potential threats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AI can deliver personalized user experiences based on historical data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AI can ensure service continuity with predictive maintenance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AI-powered analytics can help in monitoring and maintaining regulatory compliance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030A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C000"/>
                </a:solidFill>
              </a:defRPr>
            </a:pPr>
            <a:r>
              <a:t>Adopting AI-integrated ITSM offers a strategic opportunity to address our current ITSM challenges while improving support services. As we move forward, it is essential that we remain focused on maintaining regulatory compliance and delivering a seamless user experience.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