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IT Service Desk Team Expansion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explore the recent expansion of our IT service desk team and its implications on our company's operations. This will aid in understanding our resources better, and help in future planning.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IT Team Structure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IT team at MediConn Solutions is divided into four primary divisions: Service Desk, Network Management, Software Development, and Cybersecurity</a:t>
            </a:r>
          </a:p>
          <a:p>
            <a:pPr>
              <a:spcAft>
                <a:spcPts val="400"/>
              </a:spcAft>
              <a:defRPr sz="1600">
                <a:solidFill>
                  <a:srgbClr val="404040"/>
                </a:solidFill>
              </a:defRPr>
            </a:pPr>
            <a:r>
              <a:t>Our IT Service Desk team is the first point of contact for all technology-related inquiries and incidents</a:t>
            </a:r>
          </a:p>
          <a:p>
            <a:pPr>
              <a:spcAft>
                <a:spcPts val="400"/>
              </a:spcAft>
              <a:defRPr sz="1600">
                <a:solidFill>
                  <a:srgbClr val="FFA500"/>
                </a:solidFill>
              </a:defRPr>
            </a:pPr>
            <a:r>
              <a:t>In the past year, we have seen a 15% increase in service desk ticket volume</a:t>
            </a:r>
          </a:p>
          <a:p>
            <a:pPr>
              <a:spcAft>
                <a:spcPts val="400"/>
              </a:spcAft>
              <a:defRPr sz="1600">
                <a:solidFill>
                  <a:srgbClr val="404040"/>
                </a:solidFill>
              </a:defRPr>
            </a:pPr>
            <a:r>
              <a:t>The Network Management team is responsible for maintaining the company's technology infrastructure, ensuring 99.99% uptime</a:t>
            </a:r>
          </a:p>
          <a:p>
            <a:pPr>
              <a:spcAft>
                <a:spcPts val="400"/>
              </a:spcAft>
              <a:defRPr sz="1600">
                <a:solidFill>
                  <a:srgbClr val="404040"/>
                </a:solidFill>
              </a:defRPr>
            </a:pPr>
            <a:r>
              <a:t>Our Software Development team focuses on building and enhancing our proprietary healthcare platforms</a:t>
            </a:r>
          </a:p>
          <a:p>
            <a:pPr>
              <a:spcAft>
                <a:spcPts val="400"/>
              </a:spcAft>
              <a:defRPr sz="1600">
                <a:solidFill>
                  <a:srgbClr val="FFA500"/>
                </a:solidFill>
              </a:defRPr>
            </a:pPr>
            <a:r>
              <a:t>The Cybersecurity team ensures the safety of our digital assets and patient information, complying with all applicable regulations</a:t>
            </a:r>
          </a:p>
          <a:p>
            <a:pPr>
              <a:spcAft>
                <a:spcPts val="400"/>
              </a:spcAft>
              <a:defRPr sz="1600">
                <a:solidFill>
                  <a:srgbClr val="404040"/>
                </a:solidFill>
              </a:defRPr>
            </a:pPr>
            <a:r>
              <a:t>Regular interdepartmental meetings are held to ensure optimum collaboration and information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New Additions to IT Service Desk in January 2025</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new team members have diverse backgrounds, including software development, network management, and cybersecurity</a:t>
            </a:r>
          </a:p>
          <a:p>
            <a:pPr>
              <a:spcAft>
                <a:spcPts val="600"/>
              </a:spcAft>
              <a:defRPr sz="1800">
                <a:solidFill>
                  <a:srgbClr val="404040"/>
                </a:solidFill>
              </a:defRPr>
            </a:pPr>
            <a:r>
              <a:t>They were hired as part of our efforts to expand our IT capabilities in response to increasing ticket volumes</a:t>
            </a:r>
          </a:p>
          <a:p>
            <a:pPr>
              <a:spcAft>
                <a:spcPts val="600"/>
              </a:spcAft>
              <a:defRPr sz="1800">
                <a:solidFill>
                  <a:srgbClr val="FFA500"/>
                </a:solidFill>
              </a:defRPr>
            </a:pPr>
            <a:r>
              <a:t>Each new hire underwent a comprehensive induction program to familiarize them with our systems and processes</a:t>
            </a:r>
          </a:p>
          <a:p>
            <a:pPr>
              <a:spcAft>
                <a:spcPts val="600"/>
              </a:spcAft>
              <a:defRPr sz="1800">
                <a:solidFill>
                  <a:srgbClr val="404040"/>
                </a:solidFill>
              </a:defRPr>
            </a:pPr>
            <a:r>
              <a:t>Regular performance reviews are scheduled for the new hires to measure their impact and help them improve</a:t>
            </a:r>
          </a:p>
          <a:p>
            <a:pPr>
              <a:spcAft>
                <a:spcPts val="600"/>
              </a:spcAft>
              <a:defRPr sz="1800">
                <a:solidFill>
                  <a:srgbClr val="404040"/>
                </a:solidFill>
              </a:defRPr>
            </a:pPr>
            <a:r>
              <a:t>The IT Service Desk team now totals 35 members, up from 30 in December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 of New Hires on Service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Since the new hires joined, we've seen a 10% reduction in average ticket resolution time</a:t>
            </a:r>
          </a:p>
          <a:p>
            <a:pPr>
              <a:spcAft>
                <a:spcPts val="600"/>
              </a:spcAft>
              <a:defRPr sz="1800">
                <a:solidFill>
                  <a:srgbClr val="404040"/>
                </a:solidFill>
              </a:defRPr>
            </a:pPr>
            <a:r>
              <a:t>Customer satisfaction scores have increased by 8% in the first quarter of 2025</a:t>
            </a:r>
          </a:p>
          <a:p>
            <a:pPr>
              <a:spcAft>
                <a:spcPts val="600"/>
              </a:spcAft>
              <a:defRPr sz="1800">
                <a:solidFill>
                  <a:srgbClr val="FFA500"/>
                </a:solidFill>
              </a:defRPr>
            </a:pPr>
            <a:r>
              <a:t>The new hires have enabled us to extend our service desk operating hours to 24/7</a:t>
            </a:r>
          </a:p>
          <a:p>
            <a:pPr>
              <a:spcAft>
                <a:spcPts val="600"/>
              </a:spcAft>
              <a:defRPr sz="1800">
                <a:solidFill>
                  <a:srgbClr val="404040"/>
                </a:solidFill>
              </a:defRPr>
            </a:pPr>
            <a:r>
              <a:t>We have been able to implement a new chatbot feature to handle simple inquiries, freeing up our team for more complex cases</a:t>
            </a:r>
          </a:p>
          <a:p>
            <a:pPr>
              <a:spcAft>
                <a:spcPts val="600"/>
              </a:spcAft>
              <a:defRPr sz="1800">
                <a:solidFill>
                  <a:srgbClr val="404040"/>
                </a:solidFill>
              </a:defRPr>
            </a:pPr>
            <a:r>
              <a:t>The new hires have brought fresh perspectives to the team, stimulating innovation and process improvements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The recent expansion of our IT service desk has broadened our capabilities and increased efficiency. Moving forward, we will ensure proper resource allocation and plan for future expansions based on these insights.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