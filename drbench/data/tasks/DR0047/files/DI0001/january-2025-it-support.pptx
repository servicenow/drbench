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January 2025 IT Support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we'll be taking a look at our IT Support's performance in January 2025. This will provide us with insights into our operations and potential areas for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IT Support Ticket Categories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Technical issues made up 60% of all support tickets in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20% of tickets were related to software updates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Login and authentication issues accounted for 10% of all tickets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7% of the tickets were related to hardware failures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remaining 3% were miscellaneous issues, including connectivity problems and user errors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majority of technical issues were related to the use of our telehealth platform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Software update issues were mostly due to compatibility problems with different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Volume of IT Support Tickets in January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was a 15% increase in the number of tickets compared to December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first week of January saw the highest volume of tickets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40% of tickets were resolved within the first 24 hours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highest volume of tickets came from the province of Ontario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was a significant drop in ticket volume during the last week of January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Approximately 20% of tickets remained unresolved by the end of January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Resolution Time for IT Support Tickets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resolution time was 48 hours in January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30% of tickets took more than 72 hours to resolve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Tickets related to technical issues took the longest to resolve, with an average of 72 hours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Tickets related to login issues had the shortest resolution time, with an average of 24 hours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IT department implemented a new ticketing system mid-January, which reduced resolution times by 10%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There was a backlog of unresolved tickets from December 2024 that were resolved in January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In conclusion, our IT support performed optimally in January with an acceptable number of tickets. Moving forward, we will focus on areas that require improvement to ensure seamless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