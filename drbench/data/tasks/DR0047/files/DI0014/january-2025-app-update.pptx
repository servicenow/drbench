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228B22"/>
                </a:solidFill>
              </a:defRPr>
            </a:pPr>
            <a:r>
              <a:t>Virtual Health App: January 2025 Update</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This presentation provides an overview of the recent updates to our virtual health app in January 2025. We will focus on the added features and their potential impact on user experience.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Overview of App Updates in Q1 2025</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Introduced a new user interface improving overall user experience</a:t>
            </a:r>
          </a:p>
          <a:p>
            <a:pPr>
              <a:spcAft>
                <a:spcPts val="600"/>
              </a:spcAft>
              <a:defRPr sz="1800">
                <a:solidFill>
                  <a:srgbClr val="404040"/>
                </a:solidFill>
              </a:defRPr>
            </a:pPr>
            <a:r>
              <a:t>Launched a new partnership with a leading EHR provider for better integration</a:t>
            </a:r>
          </a:p>
          <a:p>
            <a:pPr>
              <a:spcAft>
                <a:spcPts val="600"/>
              </a:spcAft>
              <a:defRPr sz="1800">
                <a:solidFill>
                  <a:srgbClr val="FF8C00"/>
                </a:solidFill>
              </a:defRPr>
            </a:pPr>
            <a:r>
              <a:t>Deployed robust data encryption mechanisms to enhance security</a:t>
            </a:r>
          </a:p>
          <a:p>
            <a:pPr>
              <a:spcAft>
                <a:spcPts val="600"/>
              </a:spcAft>
              <a:defRPr sz="1800">
                <a:solidFill>
                  <a:srgbClr val="404040"/>
                </a:solidFill>
              </a:defRPr>
            </a:pPr>
            <a:r>
              <a:t>Implemented AI algorithms to better predict patient health trends</a:t>
            </a:r>
          </a:p>
          <a:p>
            <a:pPr>
              <a:spcAft>
                <a:spcPts val="600"/>
              </a:spcAft>
              <a:defRPr sz="1800">
                <a:solidFill>
                  <a:srgbClr val="404040"/>
                </a:solidFill>
              </a:defRPr>
            </a:pPr>
            <a:r>
              <a:t>Added support for French and Spanish languages to cater to a wider audience</a:t>
            </a:r>
          </a:p>
          <a:p>
            <a:pPr>
              <a:spcAft>
                <a:spcPts val="600"/>
              </a:spcAft>
              <a:defRPr sz="1800">
                <a:solidFill>
                  <a:srgbClr val="FF8C00"/>
                </a:solidFill>
              </a:defRPr>
            </a:pPr>
            <a:r>
              <a:t>Instituted a new feedback system to improve customer service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Detailed Breakdown: January 2025 Feature Additions</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New feature enabling patients to directly message their healthcare provider</a:t>
            </a:r>
          </a:p>
          <a:p>
            <a:pPr>
              <a:spcAft>
                <a:spcPts val="400"/>
              </a:spcAft>
              <a:defRPr sz="1600">
                <a:solidFill>
                  <a:srgbClr val="404040"/>
                </a:solidFill>
              </a:defRPr>
            </a:pPr>
            <a:r>
              <a:t>Addition of a feature allowing users to book appointments more conveniently</a:t>
            </a:r>
          </a:p>
          <a:p>
            <a:pPr>
              <a:spcAft>
                <a:spcPts val="400"/>
              </a:spcAft>
              <a:defRPr sz="1600">
                <a:solidFill>
                  <a:srgbClr val="FF8C00"/>
                </a:solidFill>
              </a:defRPr>
            </a:pPr>
            <a:r>
              <a:t>Implemented an upgraded symptom checker based on AI technology</a:t>
            </a:r>
          </a:p>
          <a:p>
            <a:pPr>
              <a:spcAft>
                <a:spcPts val="400"/>
              </a:spcAft>
              <a:defRPr sz="1600">
                <a:solidFill>
                  <a:srgbClr val="404040"/>
                </a:solidFill>
              </a:defRPr>
            </a:pPr>
            <a:r>
              <a:t>Launched an improved medication tracker for better adherence</a:t>
            </a:r>
          </a:p>
          <a:p>
            <a:pPr>
              <a:spcAft>
                <a:spcPts val="400"/>
              </a:spcAft>
              <a:defRPr sz="1600">
                <a:solidFill>
                  <a:srgbClr val="404040"/>
                </a:solidFill>
              </a:defRPr>
            </a:pPr>
            <a:r>
              <a:t>Initiated a new feature for personalized health tips based on user data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Potential Impact on User Engagement and Feedback</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Expected increase in app usage due to improved UI/UX</a:t>
            </a:r>
          </a:p>
          <a:p>
            <a:pPr>
              <a:spcAft>
                <a:spcPts val="600"/>
              </a:spcAft>
              <a:defRPr sz="1800">
                <a:solidFill>
                  <a:srgbClr val="404040"/>
                </a:solidFill>
              </a:defRPr>
            </a:pPr>
            <a:r>
              <a:t>Anticipated positive feedback from the integration with EHR provider</a:t>
            </a:r>
          </a:p>
          <a:p>
            <a:pPr>
              <a:spcAft>
                <a:spcPts val="600"/>
              </a:spcAft>
              <a:defRPr sz="1800">
                <a:solidFill>
                  <a:srgbClr val="FF8C00"/>
                </a:solidFill>
              </a:defRPr>
            </a:pPr>
            <a:r>
              <a:t>Strengthened trust from users due to enhanced data security</a:t>
            </a:r>
          </a:p>
          <a:p>
            <a:pPr>
              <a:spcAft>
                <a:spcPts val="600"/>
              </a:spcAft>
              <a:defRPr sz="1800">
                <a:solidFill>
                  <a:srgbClr val="404040"/>
                </a:solidFill>
              </a:defRPr>
            </a:pPr>
            <a:r>
              <a:t>Predicted higher user engagement due to AI-driven personalized insights</a:t>
            </a:r>
          </a:p>
          <a:p>
            <a:pPr>
              <a:spcAft>
                <a:spcPts val="600"/>
              </a:spcAft>
              <a:defRPr sz="1800">
                <a:solidFill>
                  <a:srgbClr val="404040"/>
                </a:solidFill>
              </a:defRPr>
            </a:pPr>
            <a:r>
              <a:t>Likely improvement in customer satisfaction due to new feedback system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Conclusion</a:t>
            </a:r>
          </a:p>
        </p:txBody>
      </p:sp>
      <p:sp>
        <p:nvSpPr>
          <p:cNvPr id="3" name="Content Placeholder 2"/>
          <p:cNvSpPr>
            <a:spLocks noGrp="1"/>
          </p:cNvSpPr>
          <p:nvPr>
            <p:ph idx="1"/>
          </p:nvPr>
        </p:nvSpPr>
        <p:spPr>
          <a:xfrm>
            <a:off x="457200" y="1828800"/>
            <a:ext cx="4114800" cy="3657600"/>
          </a:xfrm>
        </p:spPr>
        <p:txBody>
          <a:bodyPr/>
          <a:lstStyle/>
          <a:p/>
          <a:p>
            <a:pPr>
              <a:spcAft>
                <a:spcPts val="800"/>
              </a:spcAft>
              <a:defRPr sz="1800" b="1">
                <a:solidFill>
                  <a:srgbClr val="FF8C00"/>
                </a:solidFill>
              </a:defRPr>
            </a:pPr>
            <a:r>
              <a:t>The newly added features in January 2025 have the potential to enhance user engagement and satisfaction. We need to closely monitor user feedback and engagement metrics to measure the impact of these updates.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