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Help Desk Performance Analysis - July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We will be analyzing our help desk performance for the month of July 2025, with a focus on the nature of tickets received. This will help us identify common issues and improve our user support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Overview of Help Desk Tickets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On average, our help desk receives 200 tickets daily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35% of tickets are related to connectivity issues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25% of tickets concern issues with the user interface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Approximately 15% of tickets are about billing related queries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About 10% of tickets are related to general user complaints or suggestions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5% of tickets cover miscellaneous issues not categorized under the above points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remaining 10% of tickets are escalated to higher-level support teams for resolution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Breakdown of Password-Related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Most password-related issues are due to forgetfulness or misplaced password details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We've noticed a significant increase in password-related tickets during public holidays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Approximately 30% of all password-related issues are resolved within 10 minutes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team has implemented a self-service password reset tool to minimize such issues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About 40% of users have successfully used the self-service tool for password resets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We are actively working on improving our password security protocols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Opportunities for User Support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are exploring automation options for common issues to reduce ticket volume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User education programs could help reduce the number of tickets related to common issues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We are considering extending our help desk hours to provide round-the-clock support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more user-friendly interface could reduce the number of tickets related to UI issues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are looking into ways to make our billing process more transparent to reduce billing-related tickets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We are considering implementing a user feedback system to understand and address common user complaints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Our analysis shows a significant portion of help desk tickets are related to password resets. We need to explore solutions to reduce this number, such as self-service password reset options or enhanced user education.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