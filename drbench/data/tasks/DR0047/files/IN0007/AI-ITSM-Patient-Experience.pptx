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Enhancing Patient Experience through AI-Integrated ITSM</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we're discussing how AI-integrated IT Service Management can further support our remote care and mobile health applications. This will enable us to maintain our high compliance standards and enhance user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Current ITSM Process &amp; Challenges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As of September 2025, our IT Department has managed to automate a fraction of routine IT requests, specifically around 18%, using internal procedures.</a:t>
            </a:r>
          </a:p>
          <a:p>
            <a:pPr>
              <a:spcAft>
                <a:spcPts val="600"/>
              </a:spcAft>
              <a:defRPr sz="1800">
                <a:solidFill>
                  <a:srgbClr val="404040"/>
                </a:solidFill>
              </a:defRPr>
            </a:pPr>
            <a:r>
              <a:t>This level of automation, while helpful, leaves a significant portion of requests still requiring manual intervention and could be improved.</a:t>
            </a:r>
          </a:p>
          <a:p>
            <a:pPr>
              <a:spcAft>
                <a:spcPts val="600"/>
              </a:spcAft>
              <a:defRPr sz="1800">
                <a:solidFill>
                  <a:srgbClr val="FF6347"/>
                </a:solidFill>
              </a:defRPr>
            </a:pPr>
            <a:r>
              <a:t>The automation of routine IT requests not only optimizes our team's efficiency but also enhances the support experience for our remote care and mobile health app users.</a:t>
            </a:r>
          </a:p>
          <a:p>
            <a:pPr>
              <a:spcAft>
                <a:spcPts val="600"/>
              </a:spcAft>
              <a:defRPr sz="1800">
                <a:solidFill>
                  <a:srgbClr val="404040"/>
                </a:solidFill>
              </a:defRPr>
            </a:pPr>
            <a:r>
              <a:t>Our current challenge is to scale this automation, ensuring seamless experience and GDPR compliance, while also handling complex queries that cannot be automated.</a:t>
            </a:r>
          </a:p>
          <a:p>
            <a:pPr>
              <a:spcAft>
                <a:spcPts val="600"/>
              </a:spcAft>
              <a:defRPr sz="1800">
                <a:solidFill>
                  <a:srgbClr val="404040"/>
                </a:solidFill>
              </a:defRPr>
            </a:pPr>
            <a:r>
              <a:t>Implementing AI-integrated ITSM can potentially increase the percentage of automated requests, freeing up our team to focus on more complex, non-routine tasks.</a:t>
            </a:r>
          </a:p>
          <a:p>
            <a:pPr>
              <a:spcAft>
                <a:spcPts val="600"/>
              </a:spcAft>
              <a:defRPr sz="1800">
                <a:solidFill>
                  <a:srgbClr val="FF6347"/>
                </a:solidFill>
              </a:defRPr>
            </a:pPr>
            <a:r>
              <a:t>Knowledge-centered service (KCS) which documents standard solutions to common recurring service calls, as highlighted by TOPdesk, could be a valuable asset in our automation initiative.</a:t>
            </a:r>
          </a:p>
          <a:p>
            <a:pPr>
              <a:spcAft>
                <a:spcPts val="600"/>
              </a:spcAft>
              <a:defRPr sz="1800">
                <a:solidFill>
                  <a:srgbClr val="404040"/>
                </a:solidFill>
              </a:defRPr>
            </a:pPr>
            <a:r>
              <a:t>The adoption of AI-integrated ITSM could also aid in automated evidence collection and audit preparation, helping us maintain compliance with healthcare regulations.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Exploring AI Capabilities in ITSM</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AI can automate routine tasks, potentially reducing the workload on the IT service desk</a:t>
            </a:r>
          </a:p>
          <a:p>
            <a:pPr>
              <a:spcAft>
                <a:spcPts val="400"/>
              </a:spcAft>
              <a:defRPr sz="1600">
                <a:solidFill>
                  <a:srgbClr val="404040"/>
                </a:solidFill>
              </a:defRPr>
            </a:pPr>
            <a:r>
              <a:t>Neural networks can help predict the complexity of incoming service requests</a:t>
            </a:r>
          </a:p>
          <a:p>
            <a:pPr>
              <a:spcAft>
                <a:spcPts val="400"/>
              </a:spcAft>
              <a:defRPr sz="1600">
                <a:solidFill>
                  <a:srgbClr val="FF6347"/>
                </a:solidFill>
              </a:defRPr>
            </a:pPr>
            <a:r>
              <a:t>Machine learning algorithms can be trained on historical service request data</a:t>
            </a:r>
          </a:p>
          <a:p>
            <a:pPr>
              <a:spcAft>
                <a:spcPts val="400"/>
              </a:spcAft>
              <a:defRPr sz="1600">
                <a:solidFill>
                  <a:srgbClr val="404040"/>
                </a:solidFill>
              </a:defRPr>
            </a:pPr>
            <a:r>
              <a:t>Natural language processing can assist in interpreting and categorizing service requests</a:t>
            </a:r>
          </a:p>
          <a:p>
            <a:pPr>
              <a:spcAft>
                <a:spcPts val="400"/>
              </a:spcAft>
              <a:defRPr sz="1600">
                <a:solidFill>
                  <a:srgbClr val="404040"/>
                </a:solidFill>
              </a:defRPr>
            </a:pPr>
            <a:r>
              <a:t>AI can be used to simulate human interactions in chatbots for initial service request handling</a:t>
            </a:r>
          </a:p>
          <a:p>
            <a:pPr>
              <a:spcAft>
                <a:spcPts val="400"/>
              </a:spcAft>
              <a:defRPr sz="1600">
                <a:solidFill>
                  <a:srgbClr val="FF6347"/>
                </a:solidFill>
              </a:defRPr>
            </a:pPr>
            <a:r>
              <a:t>While AI can improve ITSM, it also poses challenges such as data privacy and algorithmic bias</a:t>
            </a:r>
          </a:p>
          <a:p>
            <a:pPr>
              <a:spcAft>
                <a:spcPts val="400"/>
              </a:spcAft>
              <a:defRPr sz="1600">
                <a:solidFill>
                  <a:srgbClr val="404040"/>
                </a:solidFill>
              </a:defRPr>
            </a:pPr>
            <a:r>
              <a:t>The integration of AI in ITSM requires substantial investment in AI technology and skills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Action Plan for AI-Integrated ITSM Implementation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Review current ITSM processes to identify areas for AI integration</a:t>
            </a:r>
          </a:p>
          <a:p>
            <a:pPr>
              <a:spcAft>
                <a:spcPts val="400"/>
              </a:spcAft>
              <a:defRPr sz="1600">
                <a:solidFill>
                  <a:srgbClr val="404040"/>
                </a:solidFill>
              </a:defRPr>
            </a:pPr>
            <a:r>
              <a:t>Estimate budget for AI technology acquisition and skills training</a:t>
            </a:r>
          </a:p>
          <a:p>
            <a:pPr>
              <a:spcAft>
                <a:spcPts val="400"/>
              </a:spcAft>
              <a:defRPr sz="1600">
                <a:solidFill>
                  <a:srgbClr val="FF6347"/>
                </a:solidFill>
              </a:defRPr>
            </a:pPr>
            <a:r>
              <a:t>Develop a detailed project plan for AI integration, involving all stakeholders</a:t>
            </a:r>
          </a:p>
          <a:p>
            <a:pPr>
              <a:spcAft>
                <a:spcPts val="400"/>
              </a:spcAft>
              <a:defRPr sz="1600">
                <a:solidFill>
                  <a:srgbClr val="404040"/>
                </a:solidFill>
              </a:defRPr>
            </a:pPr>
            <a:r>
              <a:t>Set realistic and measurable goals for AI integration in ITSM</a:t>
            </a:r>
          </a:p>
          <a:p>
            <a:pPr>
              <a:spcAft>
                <a:spcPts val="400"/>
              </a:spcAft>
              <a:defRPr sz="1600">
                <a:solidFill>
                  <a:srgbClr val="404040"/>
                </a:solidFill>
              </a:defRPr>
            </a:pPr>
            <a:r>
              <a:t>Establish a dedicated AI implementation team within the IT department</a:t>
            </a:r>
          </a:p>
          <a:p>
            <a:pPr>
              <a:spcAft>
                <a:spcPts val="400"/>
              </a:spcAft>
              <a:defRPr sz="1600">
                <a:solidFill>
                  <a:srgbClr val="FF6347"/>
                </a:solidFill>
              </a:defRPr>
            </a:pPr>
            <a:r>
              <a:t>Plan for regular reviews and adjustments during the AI integration process</a:t>
            </a:r>
          </a:p>
          <a:p>
            <a:pPr>
              <a:spcAft>
                <a:spcPts val="400"/>
              </a:spcAft>
              <a:defRPr sz="1600">
                <a:solidFill>
                  <a:srgbClr val="404040"/>
                </a:solidFill>
              </a:defRPr>
            </a:pPr>
            <a:r>
              <a:t>Develop a robust data privacy framework to address potential AI data privacy issues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6347"/>
                </a:solidFill>
              </a:defRPr>
            </a:pPr>
            <a:r>
              <a:t>With careful planning and strategic implementation, AI-integrated ITSM can significantly improve our support of remote care and mobile health services. Let's move forward with identifying potential AI vendors and preparing our IT team for this transformative step.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