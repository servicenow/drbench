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DC143C"/>
                </a:solidFill>
              </a:defRPr>
            </a:pPr>
            <a:r>
              <a:t>AI-Integrated ITSM for Enhanced Remote Healthcare</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MediConn Solutions continues to expand its digital services, incorporating AI capabilities into our IT Service Management can help elevate our remote care experience. This presentation will explore how AI can enhance our support for mobile health apps and uphold our commitment to regulatory compliance.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Current ITSM Challenges in Remote Care</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In Q1 of 2025, we experienced significant network disruptions, leading to a total of 350 minutes of service downtime that impacted our remote care delivery.</a:t>
            </a:r>
          </a:p>
          <a:p>
            <a:pPr>
              <a:spcAft>
                <a:spcPts val="400"/>
              </a:spcAft>
              <a:defRPr sz="1600">
                <a:solidFill>
                  <a:srgbClr val="404040"/>
                </a:solidFill>
              </a:defRPr>
            </a:pPr>
            <a:r>
              <a:t>The service downtime compromised our ability to provide a seamless experience for patients and healthcare professionals.</a:t>
            </a:r>
          </a:p>
          <a:p>
            <a:pPr>
              <a:spcAft>
                <a:spcPts val="400"/>
              </a:spcAft>
              <a:defRPr sz="1600">
                <a:solidFill>
                  <a:srgbClr val="FFD700"/>
                </a:solidFill>
              </a:defRPr>
            </a:pPr>
            <a:r>
              <a:t>With the current ITSM approach, we are challenged in mitigating such service disruptions, thereby affecting our overall service quality.</a:t>
            </a:r>
          </a:p>
          <a:p>
            <a:pPr>
              <a:spcAft>
                <a:spcPts val="400"/>
              </a:spcAft>
              <a:defRPr sz="1600">
                <a:solidFill>
                  <a:srgbClr val="404040"/>
                </a:solidFill>
              </a:defRPr>
            </a:pPr>
            <a:r>
              <a:t>Our existing IT staff were stretched thin due to the high volume of tickets, impacting the resolution time for recurring issues.</a:t>
            </a:r>
          </a:p>
          <a:p>
            <a:pPr>
              <a:spcAft>
                <a:spcPts val="400"/>
              </a:spcAft>
              <a:defRPr sz="1600">
                <a:solidFill>
                  <a:srgbClr val="404040"/>
                </a:solidFill>
              </a:defRPr>
            </a:pPr>
            <a:r>
              <a:t>Implementing AI-integrated ITSM may alleviate these challenges by automating the resolution of common issues, freeing up IT staff for more complex problems.</a:t>
            </a:r>
          </a:p>
          <a:p>
            <a:pPr>
              <a:spcAft>
                <a:spcPts val="400"/>
              </a:spcAft>
              <a:defRPr sz="1600">
                <a:solidFill>
                  <a:srgbClr val="FFD700"/>
                </a:solidFill>
              </a:defRPr>
            </a:pPr>
            <a:r>
              <a:t>Automated evidence collection and audit preparation facilitated by AI-integrated ITSM will also enable us to maintain regulatory compliance more efficiently.</a:t>
            </a:r>
          </a:p>
          <a:p>
            <a:pPr>
              <a:spcAft>
                <a:spcPts val="400"/>
              </a:spcAft>
              <a:defRPr sz="1600">
                <a:solidFill>
                  <a:srgbClr val="404040"/>
                </a:solidFill>
              </a:defRPr>
            </a:pPr>
            <a:r>
              <a:t>A transition to an AI-integrated ITSM model has the potential to reduce service downtime, ensuring a more reliable remote care experience.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AI-Driven Solutions for IT Service Management</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AI can help automate repetitive tasks and free up ITSM teams to focus on complex issues</a:t>
            </a:r>
          </a:p>
          <a:p>
            <a:pPr>
              <a:spcAft>
                <a:spcPts val="600"/>
              </a:spcAft>
              <a:defRPr sz="1800">
                <a:solidFill>
                  <a:srgbClr val="404040"/>
                </a:solidFill>
              </a:defRPr>
            </a:pPr>
            <a:r>
              <a:t>AI can help in predictive maintenance by identifying system vulnerabilities beforehand</a:t>
            </a:r>
          </a:p>
          <a:p>
            <a:pPr>
              <a:spcAft>
                <a:spcPts val="600"/>
              </a:spcAft>
              <a:defRPr sz="1800">
                <a:solidFill>
                  <a:srgbClr val="FFD700"/>
                </a:solidFill>
              </a:defRPr>
            </a:pPr>
            <a:r>
              <a:t>AI can facilitate real-time monitoring of systems to ensure they are functioning optimally</a:t>
            </a:r>
          </a:p>
          <a:p>
            <a:pPr>
              <a:spcAft>
                <a:spcPts val="600"/>
              </a:spcAft>
              <a:defRPr sz="1800">
                <a:solidFill>
                  <a:srgbClr val="404040"/>
                </a:solidFill>
              </a:defRPr>
            </a:pPr>
            <a:r>
              <a:t>AI can help in data analysis to derive insights and improve service delivery</a:t>
            </a:r>
          </a:p>
          <a:p>
            <a:pPr>
              <a:spcAft>
                <a:spcPts val="600"/>
              </a:spcAft>
              <a:defRPr sz="1800">
                <a:solidFill>
                  <a:srgbClr val="404040"/>
                </a:solidFill>
              </a:defRPr>
            </a:pPr>
            <a:r>
              <a:t>AI can assist in managing and prioritizing service requests effectively</a:t>
            </a:r>
          </a:p>
          <a:p>
            <a:pPr>
              <a:spcAft>
                <a:spcPts val="600"/>
              </a:spcAft>
              <a:defRPr sz="1800">
                <a:solidFill>
                  <a:srgbClr val="FFD700"/>
                </a:solidFill>
              </a:defRPr>
            </a:pPr>
            <a:r>
              <a:t>AI can enhance cybersecurity measures by detecting and mitigating threats in real time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Ensuring Compliance and Seamless Patient Experience</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Regular audits and inspections can help ensure regulatory compliance</a:t>
            </a:r>
          </a:p>
          <a:p>
            <a:pPr>
              <a:spcAft>
                <a:spcPts val="600"/>
              </a:spcAft>
              <a:defRPr sz="1800">
                <a:solidFill>
                  <a:srgbClr val="404040"/>
                </a:solidFill>
              </a:defRPr>
            </a:pPr>
            <a:r>
              <a:t>Training programs for employees can help them understand and adhere to regulations</a:t>
            </a:r>
          </a:p>
          <a:p>
            <a:pPr>
              <a:spcAft>
                <a:spcPts val="600"/>
              </a:spcAft>
              <a:defRPr sz="1800">
                <a:solidFill>
                  <a:srgbClr val="FFD700"/>
                </a:solidFill>
              </a:defRPr>
            </a:pPr>
            <a:r>
              <a:t>Technological solutions can make compliance processes more efficient and less error-prone</a:t>
            </a:r>
          </a:p>
          <a:p>
            <a:pPr>
              <a:spcAft>
                <a:spcPts val="600"/>
              </a:spcAft>
              <a:defRPr sz="1800">
                <a:solidFill>
                  <a:srgbClr val="404040"/>
                </a:solidFill>
              </a:defRPr>
            </a:pPr>
            <a:r>
              <a:t>Frequent communication with patients can help understand their needs and improve their experience</a:t>
            </a:r>
          </a:p>
          <a:p>
            <a:pPr>
              <a:spcAft>
                <a:spcPts val="600"/>
              </a:spcAft>
              <a:defRPr sz="1800">
                <a:solidFill>
                  <a:srgbClr val="404040"/>
                </a:solidFill>
              </a:defRPr>
            </a:pPr>
            <a:r>
              <a:t>Regular updates and improvements to the digital platforms can enhance the user experience</a:t>
            </a:r>
          </a:p>
          <a:p>
            <a:pPr>
              <a:spcAft>
                <a:spcPts val="600"/>
              </a:spcAft>
              <a:defRPr sz="1800">
                <a:solidFill>
                  <a:srgbClr val="FFD700"/>
                </a:solidFill>
              </a:defRPr>
            </a:pPr>
            <a:r>
              <a:t>Feedback mechanisms can help identify areas of improvement in the patient experience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D700"/>
                </a:solidFill>
              </a:defRPr>
            </a:pPr>
            <a:r>
              <a:t>Integrating AI into our ITSM processes can address current support challenges, streamline operations, and maintain regulatory compliance. By implementing these improvements, we can continue to deliver top-tier virtual healthcare services while ensuring a seamless experience for our patients and healthcare professionals.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