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AI-Integrated ITSM for Enhanced Healthcare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explores the potential of integrating AI into our IT Service Management to improve remote care and mobile health app support. We'll discuss the benefits, challenges, and a roadmap for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Current ITSM Functionality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2025, our IT team was successful in resolving 57% of incidents related to remote care within a two-hour framework.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Despite this success, there remains a 43% gap where resolution times exceeded the two-hour mark, indicating room for improvement in our ITSM processes.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Our current ITSM approach has been beneficial in supporting our healthcare delivery, yet it can be further optimized to handle high-priority incidents more efficiently.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Utilizing AI-integrated ITSM could potentially reduce the number of unresolved incidents, leading to faster resolution times and improved service delivery.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Knowledge Centered Services (KCS) as part of our ITSM could reduce incoming tickets, allowing our team to focus more on complex problem solving.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Leveraging automated evidence collection and audit preparation, as suggested by TOPdesk, could streamline our compliance with healthcare regulations, saving significant time and resources.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Enhancing ITSM functionality is crucial to maintain our commitment to delivering seamless experiences to our end-users, both patients and healthcare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Potential of AI Integration in ITSM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AI has the potential to automate routine queries, freeing up IT personnel for complex issues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AI can predict and prevent potential IT disruptions using predictive analytics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AI can enhance multi-channel engagement by providing instant responses across various platforms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AI can streamline the ITSM process by integrating with other business software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 AI-powered ITSM platform can potentially improve first-time resolution rates and reduce ticket volume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AI has the potential to personalize IT services based on user behavior and preferences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Roadmap for AI-Integrated ITSM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Phase 1: Conduct a thorough audit of the current ITSM platform (Q2 2025)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Phase 2: Identify potential AI solutions and evaluate their compatibility with our current systems (Q3 2025)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Phase 3: Pilot AI solutions in a controlled environment (Q4 2025)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Phase 4: Analyze pilot results and make necessary adjustments (Q1 2026)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Phase 5: Roll out AI-integrated ITSM platform company-wide (Q2 2026)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Phase 6: Regularly monitor and update AI solutions for continuous improvement (Q3 2026 onwards)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With careful planning and execution, AI-integrated ITSM has the potential to significantly enhance our support mechanisms for remote care and mobile health apps. Moving forward, we'll need to focus on the development of a comprehensive implementation plan that accounts for regulatory compliance and customer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