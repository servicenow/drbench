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Attracting Customers in Virtual Healthcare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the virtual healthcare landscape continues to evolve rapidly, it's crucial that we adapt our marketing strategies to attract new customers. This presentation will discuss potential approaches to achieving this goal.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Trends in Virtual Healthcare Adoption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Notably, in-person marketing efforts such as representation at universities and doctors' offices have proven effective, with a 60% increase in customer conversion in May 2024.</a:t>
            </a:r>
          </a:p>
          <a:p>
            <a:pPr>
              <a:spcAft>
                <a:spcPts val="400"/>
              </a:spcAft>
              <a:defRPr sz="1600">
                <a:solidFill>
                  <a:srgbClr val="404040"/>
                </a:solidFill>
              </a:defRPr>
            </a:pPr>
            <a:r>
              <a:t>These in-person encounters demonstrate a clear advantage over digital ad engagements in customer acquisition.</a:t>
            </a:r>
          </a:p>
          <a:p>
            <a:pPr>
              <a:spcAft>
                <a:spcPts val="400"/>
              </a:spcAft>
              <a:defRPr sz="1600">
                <a:solidFill>
                  <a:srgbClr val="FFD700"/>
                </a:solidFill>
              </a:defRPr>
            </a:pPr>
            <a:r>
              <a:t>As part of our marketing strategy, we need to leverage this success and increase our in-person marketing activities.</a:t>
            </a:r>
          </a:p>
          <a:p>
            <a:pPr>
              <a:spcAft>
                <a:spcPts val="400"/>
              </a:spcAft>
              <a:defRPr sz="1600">
                <a:solidFill>
                  <a:srgbClr val="404040"/>
                </a:solidFill>
              </a:defRPr>
            </a:pPr>
            <a:r>
              <a:t>This could take the form of partnerships with educational institutions and healthcare providers, providing potential customers with first-hand knowledge of MediConn services.</a:t>
            </a:r>
          </a:p>
          <a:p>
            <a:pPr>
              <a:spcAft>
                <a:spcPts val="400"/>
              </a:spcAft>
              <a:defRPr sz="1600">
                <a:solidFill>
                  <a:srgbClr val="404040"/>
                </a:solidFill>
              </a:defRPr>
            </a:pPr>
            <a:r>
              <a:t>Virtual healthcare adoption trends suggest a well-optimized website is crucial to our marketing plan, especially for mobile users accessing telehealth services.</a:t>
            </a:r>
          </a:p>
          <a:p>
            <a:pPr>
              <a:spcAft>
                <a:spcPts val="400"/>
              </a:spcAft>
              <a:defRPr sz="1600">
                <a:solidFill>
                  <a:srgbClr val="FFD700"/>
                </a:solidFill>
              </a:defRPr>
            </a:pPr>
            <a:r>
              <a:t>In conjunction with our digital presence, the combination of online and offline marketing strategies could further enhance our customer conversion rates.</a:t>
            </a:r>
          </a:p>
          <a:p>
            <a:pPr>
              <a:spcAft>
                <a:spcPts val="400"/>
              </a:spcAft>
              <a:defRPr sz="1600">
                <a:solidFill>
                  <a:srgbClr val="404040"/>
                </a:solidFill>
              </a:defRPr>
            </a:pPr>
            <a:r>
              <a:t>It is imperative to maintain a balance between our in-person marketing efforts and digital presence, tailoring strategies to meet the evolving needs of prospective customers in the virtual healthcare landscape.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MediConn's Current Marketing Performance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MediConn's website traffic increased by 15% in 2024</a:t>
            </a:r>
          </a:p>
          <a:p>
            <a:pPr>
              <a:spcAft>
                <a:spcPts val="600"/>
              </a:spcAft>
              <a:defRPr sz="1800">
                <a:solidFill>
                  <a:srgbClr val="404040"/>
                </a:solidFill>
              </a:defRPr>
            </a:pPr>
            <a:r>
              <a:t>The company's blog posts generated 20% more engagement in 2025</a:t>
            </a:r>
          </a:p>
          <a:p>
            <a:pPr>
              <a:spcAft>
                <a:spcPts val="600"/>
              </a:spcAft>
              <a:defRPr sz="1800">
                <a:solidFill>
                  <a:srgbClr val="FFD700"/>
                </a:solidFill>
              </a:defRPr>
            </a:pPr>
            <a:r>
              <a:t>Social media followers increased by 50% in 2025</a:t>
            </a:r>
          </a:p>
          <a:p>
            <a:pPr>
              <a:spcAft>
                <a:spcPts val="600"/>
              </a:spcAft>
              <a:defRPr sz="1800">
                <a:solidFill>
                  <a:srgbClr val="404040"/>
                </a:solidFill>
              </a:defRPr>
            </a:pPr>
            <a:r>
              <a:t>Email marketing campaigns achieved a 25% open rate in 2026</a:t>
            </a:r>
          </a:p>
          <a:p>
            <a:pPr>
              <a:spcAft>
                <a:spcPts val="600"/>
              </a:spcAft>
              <a:defRPr sz="1800">
                <a:solidFill>
                  <a:srgbClr val="404040"/>
                </a:solidFill>
              </a:defRPr>
            </a:pPr>
            <a:r>
              <a:t>Whitepapers and case studies saw a 30% increase in downloads in 2026</a:t>
            </a:r>
          </a:p>
          <a:p>
            <a:pPr>
              <a:spcAft>
                <a:spcPts val="600"/>
              </a:spcAft>
              <a:defRPr sz="1800">
                <a:solidFill>
                  <a:srgbClr val="FFD700"/>
                </a:solidFill>
              </a:defRPr>
            </a:pPr>
            <a:r>
              <a:t>The bounce rate on the website reduced to 40% in 2026</a:t>
            </a:r>
          </a:p>
          <a:p>
            <a:pPr>
              <a:spcAft>
                <a:spcPts val="600"/>
              </a:spcAft>
              <a:defRPr sz="1800">
                <a:solidFill>
                  <a:srgbClr val="404040"/>
                </a:solidFill>
              </a:defRPr>
            </a:pPr>
            <a:r>
              <a:t>Average session duration on the website increased to 5 minutes in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Innovative Marketing Strategies for Healthcare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Influencer marketing has gained popularity in healthcare promotion</a:t>
            </a:r>
          </a:p>
          <a:p>
            <a:pPr>
              <a:spcAft>
                <a:spcPts val="600"/>
              </a:spcAft>
              <a:defRPr sz="1800">
                <a:solidFill>
                  <a:srgbClr val="404040"/>
                </a:solidFill>
              </a:defRPr>
            </a:pPr>
            <a:r>
              <a:t>Personalized email marketing is effective for patient retention</a:t>
            </a:r>
          </a:p>
          <a:p>
            <a:pPr>
              <a:spcAft>
                <a:spcPts val="600"/>
              </a:spcAft>
              <a:defRPr sz="1800">
                <a:solidFill>
                  <a:srgbClr val="FFD700"/>
                </a:solidFill>
              </a:defRPr>
            </a:pPr>
            <a:r>
              <a:t>Virtual reality is being used for patient education and engagement</a:t>
            </a:r>
          </a:p>
          <a:p>
            <a:pPr>
              <a:spcAft>
                <a:spcPts val="600"/>
              </a:spcAft>
              <a:defRPr sz="1800">
                <a:solidFill>
                  <a:srgbClr val="404040"/>
                </a:solidFill>
              </a:defRPr>
            </a:pPr>
            <a:r>
              <a:t>Content marketing is a powerful tool for establishing thought leadership</a:t>
            </a:r>
          </a:p>
          <a:p>
            <a:pPr>
              <a:spcAft>
                <a:spcPts val="600"/>
              </a:spcAft>
              <a:defRPr sz="1800">
                <a:solidFill>
                  <a:srgbClr val="404040"/>
                </a:solidFill>
              </a:defRPr>
            </a:pPr>
            <a:r>
              <a:t>Social media marketing is crucial for reaching younger demographics</a:t>
            </a:r>
          </a:p>
          <a:p>
            <a:pPr>
              <a:spcAft>
                <a:spcPts val="600"/>
              </a:spcAft>
              <a:defRPr sz="1800">
                <a:solidFill>
                  <a:srgbClr val="FFD700"/>
                </a:solidFill>
              </a:defRPr>
            </a:pPr>
            <a:r>
              <a:t>Podcasts are an emerging platform for healthcare discussions</a:t>
            </a:r>
          </a:p>
          <a:p>
            <a:pPr>
              <a:spcAft>
                <a:spcPts val="600"/>
              </a:spcAft>
              <a:defRPr sz="1800">
                <a:solidFill>
                  <a:srgbClr val="404040"/>
                </a:solidFill>
              </a:defRPr>
            </a:pPr>
            <a:r>
              <a:t>Webinars can be an effective tool for patient education and engagement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By aligning with emerging trends and leveraging innovative marketing strategies, MediConn can continue to attract new customers in the virtual healthcare space. Let's focus on these strategies to strengthen our market position and drive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