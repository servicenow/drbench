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EV Technology Patents Landscape Q4 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 comprehensive look into the volume of EV technology patents filed by major manufacturers in Q4 2025 and its implications for Elexion Automotive. This presentation will aid in our strategic planning and competitive positioning.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Overview of Competitive Patent Landscape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In-depth analysis of the overall patent landscape in the EV industry</a:t>
            </a:r>
          </a:p>
          <a:p>
            <a:pPr>
              <a:spcAft>
                <a:spcPts val="400"/>
              </a:spcAft>
              <a:defRPr sz="1600">
                <a:solidFill>
                  <a:srgbClr val="404040"/>
                </a:solidFill>
              </a:defRPr>
            </a:pPr>
            <a:r>
              <a:t>Trends in patent filings across major markets (US, EU, China) in the past decade</a:t>
            </a:r>
          </a:p>
          <a:p>
            <a:pPr>
              <a:spcAft>
                <a:spcPts val="400"/>
              </a:spcAft>
              <a:defRPr sz="1600">
                <a:solidFill>
                  <a:srgbClr val="4682B4"/>
                </a:solidFill>
              </a:defRPr>
            </a:pPr>
            <a:r>
              <a:t>Breakdown of patent filings per EV technology category (battery, design, infotainment)</a:t>
            </a:r>
          </a:p>
          <a:p>
            <a:pPr>
              <a:spcAft>
                <a:spcPts val="400"/>
              </a:spcAft>
              <a:defRPr sz="1600">
                <a:solidFill>
                  <a:srgbClr val="404040"/>
                </a:solidFill>
              </a:defRPr>
            </a:pPr>
            <a:r>
              <a:t>Discussion on the increase of patent filings in emerging markets</a:t>
            </a:r>
          </a:p>
          <a:p>
            <a:pPr>
              <a:spcAft>
                <a:spcPts val="400"/>
              </a:spcAft>
              <a:defRPr sz="1600">
                <a:solidFill>
                  <a:srgbClr val="404040"/>
                </a:solidFill>
              </a:defRPr>
            </a:pPr>
            <a:r>
              <a:t>Overview of patent infringement cases in the EV industry</a:t>
            </a:r>
          </a:p>
          <a:p>
            <a:pPr>
              <a:spcAft>
                <a:spcPts val="400"/>
              </a:spcAft>
              <a:defRPr sz="1600">
                <a:solidFill>
                  <a:srgbClr val="4682B4"/>
                </a:solidFill>
              </a:defRPr>
            </a:pPr>
            <a:r>
              <a:t>Insight into the patent protection strategies employed by leading manufacturers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Analysis of Major Manufacturers' Patent Filings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Breakdown of patent filings by top manufacturers over the past 3 years</a:t>
            </a:r>
          </a:p>
          <a:p>
            <a:pPr>
              <a:spcAft>
                <a:spcPts val="600"/>
              </a:spcAft>
              <a:defRPr sz="1800">
                <a:solidFill>
                  <a:srgbClr val="404040"/>
                </a:solidFill>
              </a:defRPr>
            </a:pPr>
            <a:r>
              <a:t>Analysis of the focus areas in technology for different manufacturers</a:t>
            </a:r>
          </a:p>
          <a:p>
            <a:pPr>
              <a:spcAft>
                <a:spcPts val="600"/>
              </a:spcAft>
              <a:defRPr sz="1800">
                <a:solidFill>
                  <a:srgbClr val="4682B4"/>
                </a:solidFill>
              </a:defRPr>
            </a:pPr>
            <a:r>
              <a:t>Examination of the rate of successful patent applications per manufacturer</a:t>
            </a:r>
          </a:p>
          <a:p>
            <a:pPr>
              <a:spcAft>
                <a:spcPts val="600"/>
              </a:spcAft>
              <a:defRPr sz="1800">
                <a:solidFill>
                  <a:srgbClr val="404040"/>
                </a:solidFill>
              </a:defRPr>
            </a:pPr>
            <a:r>
              <a:t>Insights into the geographical distribution of patent filings by manufacturers</a:t>
            </a:r>
          </a:p>
          <a:p>
            <a:pPr>
              <a:spcAft>
                <a:spcPts val="600"/>
              </a:spcAft>
              <a:defRPr sz="1800">
                <a:solidFill>
                  <a:srgbClr val="404040"/>
                </a:solidFill>
              </a:defRPr>
            </a:pPr>
            <a:r>
              <a:t>Overview of litigation and legal battles over patent rights between manufacturers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Implications for Elexion's Technology Development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Overview of how patents influence Elexion's R&amp;D direction</a:t>
            </a:r>
          </a:p>
          <a:p>
            <a:pPr>
              <a:spcAft>
                <a:spcPts val="600"/>
              </a:spcAft>
              <a:defRPr sz="1800">
                <a:solidFill>
                  <a:srgbClr val="404040"/>
                </a:solidFill>
              </a:defRPr>
            </a:pPr>
            <a:r>
              <a:t>Analysis of Elexion's patent portfolio and filing trends</a:t>
            </a:r>
          </a:p>
          <a:p>
            <a:pPr>
              <a:spcAft>
                <a:spcPts val="600"/>
              </a:spcAft>
              <a:defRPr sz="1800">
                <a:solidFill>
                  <a:srgbClr val="4682B4"/>
                </a:solidFill>
              </a:defRPr>
            </a:pPr>
            <a:r>
              <a:t>Discussion on how competitive patent landscape affects Elexion's product roadmap</a:t>
            </a:r>
          </a:p>
          <a:p>
            <a:pPr>
              <a:spcAft>
                <a:spcPts val="600"/>
              </a:spcAft>
              <a:defRPr sz="1800">
                <a:solidFill>
                  <a:srgbClr val="404040"/>
                </a:solidFill>
              </a:defRPr>
            </a:pPr>
            <a:r>
              <a:t>Examination of Elexion's past responses to competitive patent filings</a:t>
            </a:r>
          </a:p>
          <a:p>
            <a:pPr>
              <a:spcAft>
                <a:spcPts val="600"/>
              </a:spcAft>
              <a:defRPr sz="1800">
                <a:solidFill>
                  <a:srgbClr val="404040"/>
                </a:solidFill>
              </a:defRPr>
            </a:pPr>
            <a:r>
              <a:t>Insights into Elexion's future plans for technology development based on patent landscape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The number of patents filed by competitors indicates a steep investment in tech research and development. As Elexion, we should consider bolstering our own R&amp;D initiatives to remain competitive in the market.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