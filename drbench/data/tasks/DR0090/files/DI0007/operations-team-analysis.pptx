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Operations Team Growth Analysis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will address the growth and development of our Operations Team in 2024. We will explore staffing levels, hiring trends, and operational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2024 Operational Efficiency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Implemented new inventory management system to streamline product tracking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Increased average transaction speed by 12% through POS system upgrades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Reduced shipment errors by 18% due to improved supplier communication processes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Achieved an 8% reduction in overall operational expenses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Improved customer satisfaction metrics by 15% with enhanced in-store experience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Launched 4 new store locations in the Vancouver area to expand retail presence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Reduced energy consumption by 10% through implementation of green initiatives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Operations Team Hiring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Introduced a new recruitment process using AI-based tools in 2023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Improved employee retention in the Operations team by 20% since 2022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Increased diversity in team composition by 15% through targeted hiring initiatives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Implemented a new onboarding process to speed up employee integration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Invested in training programs to upskill current operations staff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Introduced a new performance-based incentive program to attract talent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Staffing Levels: Operations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Introduced a flexible staffing model to adjust to peak retail seasons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Maintained an average staff-to-customer ratio of 1:20 in stores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Implemented a cross-training program to optimize staff utilization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Reduced staff turnover rate by 10% through improved work-life balance initiatives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Achieved a 20% increase in staff productivity metrics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Implemented a new scheduling system to improve shift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The Operations Team growth in 2024 was instrumental for our business operations. Moving forward, we need to continue monitoring and adjusting our hiring strategies to ensure optimal operational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