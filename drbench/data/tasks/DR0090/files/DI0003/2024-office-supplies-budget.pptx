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228B22"/>
                </a:solidFill>
              </a:defRPr>
            </a:pPr>
            <a:r>
              <a:t>2024 Office Supplies Budget Analysis</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strategize for the upcoming fiscal year, understanding our budget allocation for office supplies is crucial. This presentation will offer an insight into our projected budgeting for 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Historical Office Supplies Expenditure</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In 2019, Lee's Market spent 450K CAD on office supplies</a:t>
            </a:r>
          </a:p>
          <a:p>
            <a:pPr>
              <a:spcAft>
                <a:spcPts val="400"/>
              </a:spcAft>
              <a:defRPr sz="1600">
                <a:solidFill>
                  <a:srgbClr val="404040"/>
                </a:solidFill>
              </a:defRPr>
            </a:pPr>
            <a:r>
              <a:t>The expenditure on office supplies grew by 5% in 2020</a:t>
            </a:r>
          </a:p>
          <a:p>
            <a:pPr>
              <a:spcAft>
                <a:spcPts val="400"/>
              </a:spcAft>
              <a:defRPr sz="1600">
                <a:solidFill>
                  <a:srgbClr val="FF8C00"/>
                </a:solidFill>
              </a:defRPr>
            </a:pPr>
            <a:r>
              <a:t>The company's investment in ergonomic office supplies increased in 2021</a:t>
            </a:r>
          </a:p>
          <a:p>
            <a:pPr>
              <a:spcAft>
                <a:spcPts val="400"/>
              </a:spcAft>
              <a:defRPr sz="1600">
                <a:solidFill>
                  <a:srgbClr val="404040"/>
                </a:solidFill>
              </a:defRPr>
            </a:pPr>
            <a:r>
              <a:t>In 2022, Lee's Market allocated a significant portion of its budget to remote work supplies</a:t>
            </a:r>
          </a:p>
          <a:p>
            <a:pPr>
              <a:spcAft>
                <a:spcPts val="400"/>
              </a:spcAft>
              <a:defRPr sz="1600">
                <a:solidFill>
                  <a:srgbClr val="404040"/>
                </a:solidFill>
              </a:defRPr>
            </a:pPr>
            <a:r>
              <a:t>The company's expenditure on office supplies remained relatively stable between 2020 and 2023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2024 Projected Office Supplies Budget</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The company's budget allocation methodology will prioritize essential items</a:t>
            </a:r>
          </a:p>
          <a:p>
            <a:pPr>
              <a:spcAft>
                <a:spcPts val="600"/>
              </a:spcAft>
              <a:defRPr sz="1800">
                <a:solidFill>
                  <a:srgbClr val="404040"/>
                </a:solidFill>
              </a:defRPr>
            </a:pPr>
            <a:r>
              <a:t>The budget for office supplies will also consider remote work needs</a:t>
            </a:r>
          </a:p>
          <a:p>
            <a:pPr>
              <a:spcAft>
                <a:spcPts val="600"/>
              </a:spcAft>
              <a:defRPr sz="1800">
                <a:solidFill>
                  <a:srgbClr val="FF8C00"/>
                </a:solidFill>
              </a:defRPr>
            </a:pPr>
            <a:r>
              <a:t>Sustainability will be a key factor in selecting office supplies</a:t>
            </a:r>
          </a:p>
          <a:p>
            <a:pPr>
              <a:spcAft>
                <a:spcPts val="600"/>
              </a:spcAft>
              <a:defRPr sz="1800">
                <a:solidFill>
                  <a:srgbClr val="404040"/>
                </a:solidFill>
              </a:defRPr>
            </a:pPr>
            <a:r>
              <a:t>The company is considering bulk purchasing to save costs</a:t>
            </a:r>
          </a:p>
          <a:p>
            <a:pPr>
              <a:spcAft>
                <a:spcPts val="600"/>
              </a:spcAft>
              <a:defRPr sz="1800">
                <a:solidFill>
                  <a:srgbClr val="404040"/>
                </a:solidFill>
              </a:defRPr>
            </a:pPr>
            <a:r>
              <a:t>The budget allocation will be periodically reviewed and adjusted based on needs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Budget Allocation Impact on Operations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Efficient budgeting can improve operational efficiency</a:t>
            </a:r>
          </a:p>
          <a:p>
            <a:pPr>
              <a:spcAft>
                <a:spcPts val="600"/>
              </a:spcAft>
              <a:defRPr sz="1800">
                <a:solidFill>
                  <a:srgbClr val="404040"/>
                </a:solidFill>
              </a:defRPr>
            </a:pPr>
            <a:r>
              <a:t>Budgeting for office supplies affects various operational aspects</a:t>
            </a:r>
          </a:p>
          <a:p>
            <a:pPr>
              <a:spcAft>
                <a:spcPts val="600"/>
              </a:spcAft>
              <a:defRPr sz="1800">
                <a:solidFill>
                  <a:srgbClr val="FF8C00"/>
                </a:solidFill>
              </a:defRPr>
            </a:pPr>
            <a:r>
              <a:t>The budget allocation will also factor in the maintenance cost of office equipment</a:t>
            </a:r>
          </a:p>
          <a:p>
            <a:pPr>
              <a:spcAft>
                <a:spcPts val="600"/>
              </a:spcAft>
              <a:defRPr sz="1800">
                <a:solidFill>
                  <a:srgbClr val="404040"/>
                </a:solidFill>
              </a:defRPr>
            </a:pPr>
            <a:r>
              <a:t>Office supplies budget will be distributed among all departments evenly</a:t>
            </a:r>
          </a:p>
          <a:p>
            <a:pPr>
              <a:spcAft>
                <a:spcPts val="600"/>
              </a:spcAft>
              <a:defRPr sz="1800">
                <a:solidFill>
                  <a:srgbClr val="404040"/>
                </a:solidFill>
              </a:defRPr>
            </a:pPr>
            <a:r>
              <a:t>The management will ensure that the budget allocation meets the operational needs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228B22"/>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8C00"/>
                </a:solidFill>
              </a:defRPr>
            </a:pPr>
            <a:r>
              <a:t>Our proactive approach in budgeting for office supplies will enable us to optimize our resources and maintain operational efficiency. As we move forward, we should continue evaluating and adjusting our budget allocation to align with our operational needs.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