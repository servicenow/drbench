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2024 Office Supplies Budget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will provide an overview of Lee's Market's budget allocation for office supplies in the year 2024. We will also discuss related budgetary implications and strategic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Analysis of Past Budget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Review of budget allocation for marketing department in 2022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Increase in capital expenditure budget in 2023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Analysis of changes in labor budget from 2019 to 2023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Study of budget trends for the IT department for the past five years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Year-on-year comparison of the R&amp;D budget allocation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Examination of trends in the budget allocation for store maintenance and renovations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2024 Office Supplies Budget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Overview of new vendors for office supplies in 2024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Introduction of eco-friendly office supplies in 2024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Discussion on the quality and efficiency of office supplies in 2024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Evaluation of the need for technological office supplies in 2024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Consideration of bulk purchasing of office supplies in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Impact on Operational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Analysis of how updated IT systems have improved operational efficiency in 2024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Impact of employee training programs on operational efficiency in 2024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Role of improved supply chain management in enhancing operational efficiency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Study of the effect of new store layouts on operational efficiency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Examination of the role of customer service initiatives in improving operational 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Understanding our allocation towards office supplies helps us plan better and maintain operational efficiency. Let's utilize this data to optimize our future budget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