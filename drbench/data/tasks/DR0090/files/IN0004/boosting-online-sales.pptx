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Boosting Online Sales Among Younger Consumers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explores strategies for augmenting our online sales by targeting younger consumers. Our focus is on differentiating Lee's Market from other key players in the Canadian retail market.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Understanding the Younger Consumer Demographics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analysis from Q3 2024 to Q3 2025 reveals a significant customer base within 18-35 age group with a propensity for repeat purchases.</a:t>
            </a:r>
          </a:p>
          <a:p>
            <a:pPr>
              <a:spcAft>
                <a:spcPts val="400"/>
              </a:spcAft>
              <a:defRPr sz="1600">
                <a:solidFill>
                  <a:srgbClr val="404040"/>
                </a:solidFill>
              </a:defRPr>
            </a:pPr>
            <a:r>
              <a:t>We observed 35% of customers from this demographic making repeat purchases, demonstrating a solid level of brand loyalty.</a:t>
            </a:r>
          </a:p>
          <a:p>
            <a:pPr>
              <a:spcAft>
                <a:spcPts val="400"/>
              </a:spcAft>
              <a:defRPr sz="1600">
                <a:solidFill>
                  <a:srgbClr val="FFC000"/>
                </a:solidFill>
              </a:defRPr>
            </a:pPr>
            <a:r>
              <a:t>The average time gap between these repeat orders is around 30 days, indicating a monthly shopping pattern.</a:t>
            </a:r>
          </a:p>
          <a:p>
            <a:pPr>
              <a:spcAft>
                <a:spcPts val="400"/>
              </a:spcAft>
              <a:defRPr sz="1600">
                <a:solidFill>
                  <a:srgbClr val="404040"/>
                </a:solidFill>
              </a:defRPr>
            </a:pPr>
            <a:r>
              <a:t>This data sets a clear baseline for our customer retention efforts and allows us to track trends more effectively.</a:t>
            </a:r>
          </a:p>
          <a:p>
            <a:pPr>
              <a:spcAft>
                <a:spcPts val="400"/>
              </a:spcAft>
              <a:defRPr sz="1600">
                <a:solidFill>
                  <a:srgbClr val="404040"/>
                </a:solidFill>
              </a:defRPr>
            </a:pPr>
            <a:r>
              <a:t>Aiming to boost our retention rate by 25% by Q1 2026 could help us achieve our online sales target.</a:t>
            </a:r>
          </a:p>
          <a:p>
            <a:pPr>
              <a:spcAft>
                <a:spcPts val="400"/>
              </a:spcAft>
              <a:defRPr sz="1600">
                <a:solidFill>
                  <a:srgbClr val="FFC000"/>
                </a:solidFill>
              </a:defRPr>
            </a:pPr>
            <a:r>
              <a:t>The insights gleaned about this demographic's purchasing patterns are invaluable for creating effective digital engagement and loyalty strategies.</a:t>
            </a:r>
          </a:p>
          <a:p>
            <a:pPr>
              <a:spcAft>
                <a:spcPts val="400"/>
              </a:spcAft>
              <a:defRPr sz="1600">
                <a:solidFill>
                  <a:srgbClr val="404040"/>
                </a:solidFill>
              </a:defRPr>
            </a:pPr>
            <a:r>
              <a:t>By focusing on initiatives that influence repeat customer behavior, we can differentiate Lee's Market from other players in the Canadian retail market.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Competitive Landscape in Canadian Retail Market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Canadian retail market is dominated by a few large players</a:t>
            </a:r>
          </a:p>
          <a:p>
            <a:pPr>
              <a:spcAft>
                <a:spcPts val="600"/>
              </a:spcAft>
              <a:defRPr sz="1800">
                <a:solidFill>
                  <a:srgbClr val="404040"/>
                </a:solidFill>
              </a:defRPr>
            </a:pPr>
            <a:r>
              <a:t>Online retail has seen significant growth during the pandemic</a:t>
            </a:r>
          </a:p>
          <a:p>
            <a:pPr>
              <a:spcAft>
                <a:spcPts val="600"/>
              </a:spcAft>
              <a:defRPr sz="1800">
                <a:solidFill>
                  <a:srgbClr val="FFC000"/>
                </a:solidFill>
              </a:defRPr>
            </a:pPr>
            <a:r>
              <a:t>Major retailers are investing heavily in their online platforms</a:t>
            </a:r>
          </a:p>
          <a:p>
            <a:pPr>
              <a:spcAft>
                <a:spcPts val="600"/>
              </a:spcAft>
              <a:defRPr sz="1800">
                <a:solidFill>
                  <a:srgbClr val="404040"/>
                </a:solidFill>
              </a:defRPr>
            </a:pPr>
            <a:r>
              <a:t>Convenience and quick delivery times are key competitive factors</a:t>
            </a:r>
          </a:p>
          <a:p>
            <a:pPr>
              <a:spcAft>
                <a:spcPts val="600"/>
              </a:spcAft>
              <a:defRPr sz="1800">
                <a:solidFill>
                  <a:srgbClr val="404040"/>
                </a:solidFill>
              </a:defRPr>
            </a:pPr>
            <a:r>
              <a:t>Retailers are offering a wider variety of products online</a:t>
            </a:r>
          </a:p>
          <a:p>
            <a:pPr>
              <a:spcAft>
                <a:spcPts val="600"/>
              </a:spcAft>
              <a:defRPr sz="1800">
                <a:solidFill>
                  <a:srgbClr val="FFC000"/>
                </a:solidFill>
              </a:defRPr>
            </a:pPr>
            <a:r>
              <a:t>There has been a rise in the popularity of buy now, pay later options</a:t>
            </a:r>
          </a:p>
          <a:p>
            <a:pPr>
              <a:spcAft>
                <a:spcPts val="600"/>
              </a:spcAft>
              <a:defRPr sz="1800">
                <a:solidFill>
                  <a:srgbClr val="404040"/>
                </a:solidFill>
              </a:defRPr>
            </a:pPr>
            <a:r>
              <a:t>Customers value seamless integration between physical and online shopping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Strategies for 20% Online Sales Boost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Implementing a customer loyalty program to increase repeat purchases</a:t>
            </a:r>
          </a:p>
          <a:p>
            <a:pPr>
              <a:spcAft>
                <a:spcPts val="600"/>
              </a:spcAft>
              <a:defRPr sz="1800">
                <a:solidFill>
                  <a:srgbClr val="404040"/>
                </a:solidFill>
              </a:defRPr>
            </a:pPr>
            <a:r>
              <a:t>Investing in a mobile app to make shopping easier for customers</a:t>
            </a:r>
          </a:p>
          <a:p>
            <a:pPr>
              <a:spcAft>
                <a:spcPts val="600"/>
              </a:spcAft>
              <a:defRPr sz="1800">
                <a:solidFill>
                  <a:srgbClr val="FFC000"/>
                </a:solidFill>
              </a:defRPr>
            </a:pPr>
            <a:r>
              <a:t>Offering personalized product recommendations based on previous purchases</a:t>
            </a:r>
          </a:p>
          <a:p>
            <a:pPr>
              <a:spcAft>
                <a:spcPts val="600"/>
              </a:spcAft>
              <a:defRPr sz="1800">
                <a:solidFill>
                  <a:srgbClr val="404040"/>
                </a:solidFill>
              </a:defRPr>
            </a:pPr>
            <a:r>
              <a:t>Increasing the variety of products available online</a:t>
            </a:r>
          </a:p>
          <a:p>
            <a:pPr>
              <a:spcAft>
                <a:spcPts val="600"/>
              </a:spcAft>
              <a:defRPr sz="1800">
                <a:solidFill>
                  <a:srgbClr val="404040"/>
                </a:solidFill>
              </a:defRPr>
            </a:pPr>
            <a:r>
              <a:t>Implementing a responsive and user-friendly website design</a:t>
            </a:r>
          </a:p>
          <a:p>
            <a:pPr>
              <a:spcAft>
                <a:spcPts val="600"/>
              </a:spcAft>
              <a:defRPr sz="1800">
                <a:solidFill>
                  <a:srgbClr val="FFC000"/>
                </a:solidFill>
              </a:defRPr>
            </a:pPr>
            <a:r>
              <a:t>Offering free shipping for orders over a certain amount</a:t>
            </a:r>
          </a:p>
          <a:p>
            <a:pPr>
              <a:spcAft>
                <a:spcPts val="600"/>
              </a:spcAft>
              <a:defRPr sz="1800">
                <a:solidFill>
                  <a:srgbClr val="404040"/>
                </a:solidFill>
              </a:defRPr>
            </a:pPr>
            <a:r>
              <a:t>Running regular sales and promotions to attract customers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By understanding our target demographic and the competitive landscape, we can implement effective strategies to increase our online sales. Let’s turn these insights into action and set our organization apart in the Canadian market.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