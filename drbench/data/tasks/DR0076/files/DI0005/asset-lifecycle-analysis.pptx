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Digital Asset Lifecycle Analysis 2024</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aims to provide an in-depth look into the decommissioning process of our digital assets by the lifecycle team in 2024. It is crucial for understanding asset utilization and identifying areas for cost optimization.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Overview of Digital Asset Lifecycle Management</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Digital Asset Lifecycle Management (DALM) is a critical component of Elexion's tech-driven approach</a:t>
            </a:r>
          </a:p>
          <a:p>
            <a:pPr>
              <a:spcAft>
                <a:spcPts val="400"/>
              </a:spcAft>
              <a:defRPr sz="1600">
                <a:solidFill>
                  <a:srgbClr val="404040"/>
                </a:solidFill>
              </a:defRPr>
            </a:pPr>
            <a:r>
              <a:t>It involves the tracking, management, and eventual decommissioning of digital assets</a:t>
            </a:r>
          </a:p>
          <a:p>
            <a:pPr>
              <a:spcAft>
                <a:spcPts val="400"/>
              </a:spcAft>
              <a:defRPr sz="1600">
                <a:solidFill>
                  <a:srgbClr val="FF6347"/>
                </a:solidFill>
              </a:defRPr>
            </a:pPr>
            <a:r>
              <a:t>DALM at Elexion includes asset creation, update, active usage, decommissioning, and archival</a:t>
            </a:r>
          </a:p>
          <a:p>
            <a:pPr>
              <a:spcAft>
                <a:spcPts val="400"/>
              </a:spcAft>
              <a:defRPr sz="1600">
                <a:solidFill>
                  <a:srgbClr val="404040"/>
                </a:solidFill>
              </a:defRPr>
            </a:pPr>
            <a:r>
              <a:t>The DALM team utilizes advanced software tools to manage assets efficiently</a:t>
            </a:r>
          </a:p>
          <a:p>
            <a:pPr>
              <a:spcAft>
                <a:spcPts val="400"/>
              </a:spcAft>
              <a:defRPr sz="1600">
                <a:solidFill>
                  <a:srgbClr val="404040"/>
                </a:solidFill>
              </a:defRPr>
            </a:pPr>
            <a:r>
              <a:t>A cross-functional team of developers, designers, and project managers oversees DALM</a:t>
            </a:r>
          </a:p>
          <a:p>
            <a:pPr>
              <a:spcAft>
                <a:spcPts val="400"/>
              </a:spcAft>
              <a:defRPr sz="1600">
                <a:solidFill>
                  <a:srgbClr val="FF6347"/>
                </a:solidFill>
              </a:defRPr>
            </a:pPr>
            <a:r>
              <a:t>Timely decommissioning of unused assets reduces system clutter and optimizes server resources</a:t>
            </a:r>
          </a:p>
          <a:p>
            <a:pPr>
              <a:spcAft>
                <a:spcPts val="400"/>
              </a:spcAft>
              <a:defRPr sz="1600">
                <a:solidFill>
                  <a:srgbClr val="404040"/>
                </a:solidFill>
              </a:defRPr>
            </a:pPr>
            <a:r>
              <a:t>Consistent asset management strategies ensure regulatory compliance across multiple jurisdictions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Decommissioning Analysis: March - December 2024</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Decommissioning is a crucial phase of DALM, ensuring efficient resource utilization</a:t>
            </a:r>
          </a:p>
          <a:p>
            <a:pPr>
              <a:spcAft>
                <a:spcPts val="600"/>
              </a:spcAft>
              <a:defRPr sz="1800">
                <a:solidFill>
                  <a:srgbClr val="404040"/>
                </a:solidFill>
              </a:defRPr>
            </a:pPr>
            <a:r>
              <a:t>The decommissioning process is overseen by a dedicated team led by Olivia Martinez</a:t>
            </a:r>
          </a:p>
          <a:p>
            <a:pPr>
              <a:spcAft>
                <a:spcPts val="600"/>
              </a:spcAft>
              <a:defRPr sz="1800">
                <a:solidFill>
                  <a:srgbClr val="FF6347"/>
                </a:solidFill>
              </a:defRPr>
            </a:pPr>
            <a:r>
              <a:t>Regular audits are conducted to identify inactive or redundant assets for decommissioning</a:t>
            </a:r>
          </a:p>
          <a:p>
            <a:pPr>
              <a:spcAft>
                <a:spcPts val="600"/>
              </a:spcAft>
              <a:defRPr sz="1800">
                <a:solidFill>
                  <a:srgbClr val="404040"/>
                </a:solidFill>
              </a:defRPr>
            </a:pPr>
            <a:r>
              <a:t>Decommissioning decisions are based on usage analytics, stakeholder input, and strategic considerations</a:t>
            </a:r>
          </a:p>
          <a:p>
            <a:pPr>
              <a:spcAft>
                <a:spcPts val="600"/>
              </a:spcAft>
              <a:defRPr sz="1800">
                <a:solidFill>
                  <a:srgbClr val="404040"/>
                </a:solidFill>
              </a:defRPr>
            </a:pPr>
            <a:r>
              <a:t>Elexion uses a phased decommissioning process to minimize disruption</a:t>
            </a:r>
          </a:p>
          <a:p>
            <a:pPr>
              <a:spcAft>
                <a:spcPts val="600"/>
              </a:spcAft>
              <a:defRPr sz="1800">
                <a:solidFill>
                  <a:srgbClr val="FF6347"/>
                </a:solidFill>
              </a:defRPr>
            </a:pPr>
            <a:r>
              <a:t>Post-decommissioning, assets are archived securely for potential future reference</a:t>
            </a:r>
          </a:p>
          <a:p>
            <a:pPr>
              <a:spcAft>
                <a:spcPts val="600"/>
              </a:spcAft>
              <a:defRPr sz="1800">
                <a:solidFill>
                  <a:srgbClr val="404040"/>
                </a:solidFill>
              </a:defRPr>
            </a:pPr>
            <a:r>
              <a:t>The decommissioning team maintains detailed records in compliance with data management regulations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Impact of Asset Decommissioning on Operational Efficiency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Efficient decommissioning can lead to significant improvements in operational efficiency</a:t>
            </a:r>
          </a:p>
          <a:p>
            <a:pPr>
              <a:spcAft>
                <a:spcPts val="600"/>
              </a:spcAft>
              <a:defRPr sz="1800">
                <a:solidFill>
                  <a:srgbClr val="404040"/>
                </a:solidFill>
              </a:defRPr>
            </a:pPr>
            <a:r>
              <a:t>It helps to streamline digital workflows, reducing system load and improving performance</a:t>
            </a:r>
          </a:p>
          <a:p>
            <a:pPr>
              <a:spcAft>
                <a:spcPts val="600"/>
              </a:spcAft>
              <a:defRPr sz="1800">
                <a:solidFill>
                  <a:srgbClr val="FF6347"/>
                </a:solidFill>
              </a:defRPr>
            </a:pPr>
            <a:r>
              <a:t>By decommissioning unused assets, Elexion can reallocate resources to more critical areas</a:t>
            </a:r>
          </a:p>
          <a:p>
            <a:pPr>
              <a:spcAft>
                <a:spcPts val="600"/>
              </a:spcAft>
              <a:defRPr sz="1800">
                <a:solidFill>
                  <a:srgbClr val="404040"/>
                </a:solidFill>
              </a:defRPr>
            </a:pPr>
            <a:r>
              <a:t>Decommissioning also plays a role in maintaining system security, as outdated assets can pose risks</a:t>
            </a:r>
          </a:p>
          <a:p>
            <a:pPr>
              <a:spcAft>
                <a:spcPts val="600"/>
              </a:spcAft>
              <a:defRPr sz="1800">
                <a:solidFill>
                  <a:srgbClr val="404040"/>
                </a:solidFill>
              </a:defRPr>
            </a:pPr>
            <a:r>
              <a:t>It contributes to cost savings by reducing the need for additional server space</a:t>
            </a:r>
          </a:p>
          <a:p>
            <a:pPr>
              <a:spcAft>
                <a:spcPts val="600"/>
              </a:spcAft>
              <a:defRPr sz="1800">
                <a:solidFill>
                  <a:srgbClr val="FF6347"/>
                </a:solidFill>
              </a:defRPr>
            </a:pPr>
            <a:r>
              <a:t>Periodic decommissioning of assets is part of Elexion's strategy for sustainable operations</a:t>
            </a:r>
          </a:p>
          <a:p>
            <a:pPr>
              <a:spcAft>
                <a:spcPts val="600"/>
              </a:spcAft>
              <a:defRPr sz="1800">
                <a:solidFill>
                  <a:srgbClr val="404040"/>
                </a:solidFill>
              </a:defRPr>
            </a:pPr>
            <a:r>
              <a:t>The decommissioning process also includes stakeholder communication to ensure smooth transitions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The decommissioning process of our digital assets in 2024 has provided insights into our asset utilization and possible areas for cost savings. Moving forward, we should aim to optimize our digital asset lifecycle to enhance operational efficiency.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