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Plant Maintenance Summary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the plant maintenance activities at Elexion Automotive. We will look at the number of work orders closed, emphasizing efficiency and productivity.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Maintenance Work Order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Elexion Automotive has a robust process for managing maintenance work orders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system is designed to streamline requests, prioritization, and assignment of tasks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Our maintenance department is comprised of 75 skilled professionals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We've seen a 10% increase in the overall volume of work orders over the last two years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average time to complete a work order is 3-5 days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On average, each technician completes 15-20 work orders per 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Breakdown of Closed Work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maintenance work orders cover a wide range of tasks, from equipment repairs to routine inspections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Approximately 60% of work orders are for preventative maintenance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The remaining 40% are typically for repairs or upgrades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most common issues requiring maintenance are related to production machinery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We've invested heavily in training programs to reduce the frequency of these issues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Our goal is to continue reducing the number of repair-related work orders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Impact on Plant Productivity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Effective maintenance management is crucial to maintaining high levels of plant productivity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We've seen a direct correlation between reduced maintenance times and increased productivity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Our predictive maintenance strategies have helped to reduce downtime by 15% in the last year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We've also noticed a decrease in equipment failures and production stoppages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goal is to continue streamlining our maintenance processes to further increase productivity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C00"/>
                </a:solidFill>
              </a:defRPr>
            </a:pPr>
            <a:r>
              <a:t>Efficient closing of maintenance work orders has a significant impact on plant productivity. To ensure continued efficiency, we should focus on predictive maintenance and continuous improvement of our processes.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