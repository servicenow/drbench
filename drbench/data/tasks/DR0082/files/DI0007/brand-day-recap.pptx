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Annual Brand Day Recap: Elexion Automotive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recent annual brand day with a focus on our brand identity elements. We will review the main themes and choices that shaped this annual event.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Annual Brand Day: Event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Event was held on May 18th, 2022 at the company headquarters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Attended by all employees and key stakeholders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event featured keynote presentations, workshops, and product demonstrations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event aimed to reinforce the brand's commitment to sustainable manufacturing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Over 50% of the company's employees participated in the organization of the event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event received widespread media coverage, boosting the company's image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Feedback from attendees was overwhelmingly positive, with a 95% satisfaction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Brand Identity: Color Theme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color theme selection process involved the marketing and design teams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Considered factors included the company's brand identity, market trends, and customer preferences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Extensive market research was conducted to inform the decision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chosen color theme is expected to resonate with our target audience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color theme will be implemented across all branding materials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decision was made after several rounds of deliberation and testing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color theme aligns with our brand's focus on sustainability and innovation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Impact of Brand Day on Market Perception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Post-event surveys show improved market perception of Elexion Automotive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event led to a 15% increase in social media followers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Significant media coverage resulted in increased brand visibility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event reinforced Elexion's position as a leader in affordable EVs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brand day helped to highlight Elexion's commitment to sustainability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80% of event attendees reported a more positive perception of the brand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Overall positive impact on customer loyalty and brand recall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The color theme chosen for the brand day was a strategic decision that reflects our brand identity. Moving forward, we will continue to incorporate these elements into our marketing efforts to drive brand recognition.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