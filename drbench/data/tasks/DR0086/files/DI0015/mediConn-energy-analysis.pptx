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Energy Efficiency Analysis: MediConn Vancouver 2024</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With a strong focus on sustainability, we will be examining MediConn's electricity consumption for the Vancouver office in 2024. This analysis will provide insights into our energy efficiency and potential areas for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MediConn’s Green Initiative Progress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Launched in 2015, the Green Initiative Committee has been working towards reducing the company's carbon footprint</a:t>
            </a:r>
          </a:p>
          <a:p>
            <a:pPr>
              <a:spcAft>
                <a:spcPts val="600"/>
              </a:spcAft>
              <a:defRPr sz="1800">
                <a:solidFill>
                  <a:srgbClr val="404040"/>
                </a:solidFill>
              </a:defRPr>
            </a:pPr>
            <a:r>
              <a:t>The committee organized three green energy seminars in 2024, reaching over 150 employees</a:t>
            </a:r>
          </a:p>
          <a:p>
            <a:pPr>
              <a:spcAft>
                <a:spcPts val="600"/>
              </a:spcAft>
              <a:defRPr sz="1800">
                <a:solidFill>
                  <a:srgbClr val="FF6347"/>
                </a:solidFill>
              </a:defRPr>
            </a:pPr>
            <a:r>
              <a:t>The company has managed to reduce paper usage by 60% since 2018 by adopting digital documentation</a:t>
            </a:r>
          </a:p>
          <a:p>
            <a:pPr>
              <a:spcAft>
                <a:spcPts val="600"/>
              </a:spcAft>
              <a:defRPr sz="1800">
                <a:solidFill>
                  <a:srgbClr val="404040"/>
                </a:solidFill>
              </a:defRPr>
            </a:pPr>
            <a:r>
              <a:t>MediConn has partnered with local recycling companies for responsible e-waste disposal</a:t>
            </a:r>
          </a:p>
          <a:p>
            <a:pPr>
              <a:spcAft>
                <a:spcPts val="600"/>
              </a:spcAft>
              <a:defRPr sz="1800">
                <a:solidFill>
                  <a:srgbClr val="404040"/>
                </a:solidFill>
              </a:defRPr>
            </a:pPr>
            <a:r>
              <a:t>The company cafeteria has been transformed into a zero-waste facility in 2020</a:t>
            </a:r>
          </a:p>
          <a:p>
            <a:pPr>
              <a:spcAft>
                <a:spcPts val="600"/>
              </a:spcAft>
              <a:defRPr sz="1800">
                <a:solidFill>
                  <a:srgbClr val="FF6347"/>
                </a:solidFill>
              </a:defRPr>
            </a:pPr>
            <a:r>
              <a:t>The Committee has been recognized with the 'Green Business Award' in 2021 for its environment-friendly practices</a:t>
            </a:r>
          </a:p>
          <a:p>
            <a:pPr>
              <a:spcAft>
                <a:spcPts val="600"/>
              </a:spcAft>
              <a:defRPr sz="1800">
                <a:solidFill>
                  <a:srgbClr val="404040"/>
                </a:solidFill>
              </a:defRPr>
            </a:pPr>
            <a:r>
              <a:t>The company's carbon emissions have reduced by 25% since the Green Initiative's inception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2024 Vancouver Office Electricity Consumption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Energy audits are conducted quarterly to monitor and manage electricity usage</a:t>
            </a:r>
          </a:p>
          <a:p>
            <a:pPr>
              <a:spcAft>
                <a:spcPts val="400"/>
              </a:spcAft>
              <a:defRPr sz="1600">
                <a:solidFill>
                  <a:srgbClr val="404040"/>
                </a:solidFill>
              </a:defRPr>
            </a:pPr>
            <a:r>
              <a:t>The adoption of energy-saving appliances has been instrumental in reducing power consumption</a:t>
            </a:r>
          </a:p>
          <a:p>
            <a:pPr>
              <a:spcAft>
                <a:spcPts val="400"/>
              </a:spcAft>
              <a:defRPr sz="1600">
                <a:solidFill>
                  <a:srgbClr val="FF6347"/>
                </a:solidFill>
              </a:defRPr>
            </a:pPr>
            <a:r>
              <a:t>Non-essential equipment is switched off during off-peak hours to conserve energy</a:t>
            </a:r>
          </a:p>
          <a:p>
            <a:pPr>
              <a:spcAft>
                <a:spcPts val="400"/>
              </a:spcAft>
              <a:defRPr sz="1600">
                <a:solidFill>
                  <a:srgbClr val="404040"/>
                </a:solidFill>
              </a:defRPr>
            </a:pPr>
            <a:r>
              <a:t>The company has installed energy-efficient lighting throughout the office</a:t>
            </a:r>
          </a:p>
          <a:p>
            <a:pPr>
              <a:spcAft>
                <a:spcPts val="400"/>
              </a:spcAft>
              <a:defRPr sz="1600">
                <a:solidFill>
                  <a:srgbClr val="404040"/>
                </a:solidFill>
              </a:defRPr>
            </a:pPr>
            <a:r>
              <a:t>The office has a strict policy against leaving electronic equipment on standby overnight</a:t>
            </a:r>
          </a:p>
          <a:p>
            <a:pPr>
              <a:spcAft>
                <a:spcPts val="400"/>
              </a:spcAft>
              <a:defRPr sz="1600">
                <a:solidFill>
                  <a:srgbClr val="FF6347"/>
                </a:solidFill>
              </a:defRPr>
            </a:pPr>
            <a:r>
              <a:t>The Building Management System (BMS) is used to optimize HVAC system performance</a:t>
            </a:r>
          </a:p>
          <a:p>
            <a:pPr>
              <a:spcAft>
                <a:spcPts val="400"/>
              </a:spcAft>
              <a:defRPr sz="1600">
                <a:solidFill>
                  <a:srgbClr val="404040"/>
                </a:solidFill>
              </a:defRPr>
            </a:pPr>
            <a:r>
              <a:t>Employees are encouraged to use stairs instead of elevators to save electricity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Energy Efficiency Improvement Recommendations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company should consider investing in on-site renewable energy sources</a:t>
            </a:r>
          </a:p>
          <a:p>
            <a:pPr>
              <a:spcAft>
                <a:spcPts val="400"/>
              </a:spcAft>
              <a:defRPr sz="1600">
                <a:solidFill>
                  <a:srgbClr val="404040"/>
                </a:solidFill>
              </a:defRPr>
            </a:pPr>
            <a:r>
              <a:t>Emphasize more on remote working to reduce office energy consumption</a:t>
            </a:r>
          </a:p>
          <a:p>
            <a:pPr>
              <a:spcAft>
                <a:spcPts val="400"/>
              </a:spcAft>
              <a:defRPr sz="1600">
                <a:solidFill>
                  <a:srgbClr val="FF6347"/>
                </a:solidFill>
              </a:defRPr>
            </a:pPr>
            <a:r>
              <a:t>Implement an energy management software to monitor real-time energy usage</a:t>
            </a:r>
          </a:p>
          <a:p>
            <a:pPr>
              <a:spcAft>
                <a:spcPts val="400"/>
              </a:spcAft>
              <a:defRPr sz="1600">
                <a:solidFill>
                  <a:srgbClr val="404040"/>
                </a:solidFill>
              </a:defRPr>
            </a:pPr>
            <a:r>
              <a:t>Initiate regular employee training on energy conservation practices</a:t>
            </a:r>
          </a:p>
          <a:p>
            <a:pPr>
              <a:spcAft>
                <a:spcPts val="400"/>
              </a:spcAft>
              <a:defRPr sz="1600">
                <a:solidFill>
                  <a:srgbClr val="404040"/>
                </a:solidFill>
              </a:defRPr>
            </a:pPr>
            <a:r>
              <a:t>Install smart meters to gain detailed insights into energy consumption patterns</a:t>
            </a:r>
          </a:p>
          <a:p>
            <a:pPr>
              <a:spcAft>
                <a:spcPts val="400"/>
              </a:spcAft>
              <a:defRPr sz="1600">
                <a:solidFill>
                  <a:srgbClr val="FF6347"/>
                </a:solidFill>
              </a:defRPr>
            </a:pPr>
            <a:r>
              <a:t>Encourage the use of personal laptops to reduce the need for desktop computers</a:t>
            </a:r>
          </a:p>
          <a:p>
            <a:pPr>
              <a:spcAft>
                <a:spcPts val="400"/>
              </a:spcAft>
              <a:defRPr sz="1600">
                <a:solidFill>
                  <a:srgbClr val="404040"/>
                </a:solidFill>
              </a:defRPr>
            </a:pPr>
            <a:r>
              <a:t>Set up an energy saving challenge among departments to foster a culture of conservation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Understanding our electricity consumption is crucial for maintaining our commitment to sustainability. Let's continue to identify opportunities for energy efficiency improvements to further strengthen our green initiatives.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