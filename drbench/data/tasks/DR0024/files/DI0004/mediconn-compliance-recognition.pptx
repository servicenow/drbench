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Regulatory Compliance Recognition for MediConn Solutions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explore the recent accolades and recognition MediConn Solutions has received for its regulatory compliance in virtual healthcare. This will help us understand our position in the industry and identify areas of strength and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Regulatory Compliance in Virtual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Regulatory compliance in virtual healthcare primarily involves adhering to privacy laws and standards</a:t>
            </a:r>
          </a:p>
          <a:p>
            <a:pPr>
              <a:spcAft>
                <a:spcPts val="400"/>
              </a:spcAft>
              <a:defRPr sz="1600">
                <a:solidFill>
                  <a:srgbClr val="404040"/>
                </a:solidFill>
              </a:defRPr>
            </a:pPr>
            <a:r>
              <a:t>In Canada, this is governed by the Personal Information Protection and Electronic Documents Act (PIPEDA)</a:t>
            </a:r>
          </a:p>
          <a:p>
            <a:pPr>
              <a:spcAft>
                <a:spcPts val="400"/>
              </a:spcAft>
              <a:defRPr sz="1600">
                <a:solidFill>
                  <a:srgbClr val="FFD700"/>
                </a:solidFill>
              </a:defRPr>
            </a:pPr>
            <a:r>
              <a:t>Other key regulations include the Health Insurance Portability and Accountability Act (HIPAA) for services provided to US patients</a:t>
            </a:r>
          </a:p>
          <a:p>
            <a:pPr>
              <a:spcAft>
                <a:spcPts val="400"/>
              </a:spcAft>
              <a:defRPr sz="1600">
                <a:solidFill>
                  <a:srgbClr val="404040"/>
                </a:solidFill>
              </a:defRPr>
            </a:pPr>
            <a:r>
              <a:t>Telemedicine platforms must also comply with various technical standards to ensure secure data transmission</a:t>
            </a:r>
          </a:p>
          <a:p>
            <a:pPr>
              <a:spcAft>
                <a:spcPts val="400"/>
              </a:spcAft>
              <a:defRPr sz="1600">
                <a:solidFill>
                  <a:srgbClr val="404040"/>
                </a:solidFill>
              </a:defRPr>
            </a:pPr>
            <a:r>
              <a:t>Regulatory compliance is a key factor in maintaining patient trust and avoiding legal issues</a:t>
            </a:r>
          </a:p>
          <a:p>
            <a:pPr>
              <a:spcAft>
                <a:spcPts val="400"/>
              </a:spcAft>
              <a:defRPr sz="1600">
                <a:solidFill>
                  <a:srgbClr val="FFD700"/>
                </a:solidFill>
              </a:defRPr>
            </a:pPr>
            <a:r>
              <a:t>Non-compliance can result in substantial fines and potential loss of license to operate</a:t>
            </a:r>
          </a:p>
          <a:p>
            <a:pPr>
              <a:spcAft>
                <a:spcPts val="400"/>
              </a:spcAft>
              <a:defRPr sz="1600">
                <a:solidFill>
                  <a:srgbClr val="404040"/>
                </a:solidFill>
              </a:defRPr>
            </a:pPr>
            <a:r>
              <a:t>Continuous monitoring and reporting are crucial components of a robust compliance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MediConn's Compliance Strategy and Framework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employs a comprehensive compliance strategy centered around patient privacy and data security</a:t>
            </a:r>
          </a:p>
          <a:p>
            <a:pPr>
              <a:spcAft>
                <a:spcPts val="600"/>
              </a:spcAft>
              <a:defRPr sz="1800">
                <a:solidFill>
                  <a:srgbClr val="404040"/>
                </a:solidFill>
              </a:defRPr>
            </a:pPr>
            <a:r>
              <a:t>The company has a dedicated Compliance Department that oversees all regulatory activities</a:t>
            </a:r>
          </a:p>
          <a:p>
            <a:pPr>
              <a:spcAft>
                <a:spcPts val="600"/>
              </a:spcAft>
              <a:defRPr sz="1800">
                <a:solidFill>
                  <a:srgbClr val="FFD700"/>
                </a:solidFill>
              </a:defRPr>
            </a:pPr>
            <a:r>
              <a:t>Key elements of the strategy include continuous monitoring, regular audits, and staff training</a:t>
            </a:r>
          </a:p>
          <a:p>
            <a:pPr>
              <a:spcAft>
                <a:spcPts val="600"/>
              </a:spcAft>
              <a:defRPr sz="1800">
                <a:solidFill>
                  <a:srgbClr val="404040"/>
                </a:solidFill>
              </a:defRPr>
            </a:pPr>
            <a:r>
              <a:t>The Compliance Department closely collaborates with IT and Legal Departments to ensure all aspects of operations are compliant</a:t>
            </a:r>
          </a:p>
          <a:p>
            <a:pPr>
              <a:spcAft>
                <a:spcPts val="600"/>
              </a:spcAft>
              <a:defRPr sz="1800">
                <a:solidFill>
                  <a:srgbClr val="404040"/>
                </a:solidFill>
              </a:defRPr>
            </a:pPr>
            <a:r>
              <a:t>MediConn uses industry best practices and guidelines for its compliance framework</a:t>
            </a:r>
          </a:p>
          <a:p>
            <a:pPr>
              <a:spcAft>
                <a:spcPts val="600"/>
              </a:spcAft>
              <a:defRPr sz="1800">
                <a:solidFill>
                  <a:srgbClr val="FFD700"/>
                </a:solidFill>
              </a:defRPr>
            </a:pPr>
            <a:r>
              <a:t>The company also leverages technology to automate compliance tasks and reduce human errors</a:t>
            </a:r>
          </a:p>
          <a:p>
            <a:pPr>
              <a:spcAft>
                <a:spcPts val="600"/>
              </a:spcAft>
              <a:defRPr sz="1800">
                <a:solidFill>
                  <a:srgbClr val="404040"/>
                </a:solidFill>
              </a:defRPr>
            </a:pPr>
            <a:r>
              <a:t>Regular updates to the compliance framework are made to stay aligned with evolving regulations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Recognition for MediConn's Regulatory Compliance Efforts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strives to uphold the highest standards of regulatory compliance</a:t>
            </a:r>
          </a:p>
          <a:p>
            <a:pPr>
              <a:spcAft>
                <a:spcPts val="600"/>
              </a:spcAft>
              <a:defRPr sz="1800">
                <a:solidFill>
                  <a:srgbClr val="404040"/>
                </a:solidFill>
              </a:defRPr>
            </a:pPr>
            <a:r>
              <a:t>The company's commitment to compliance is reflected in its robust policies and procedures</a:t>
            </a:r>
          </a:p>
          <a:p>
            <a:pPr>
              <a:spcAft>
                <a:spcPts val="600"/>
              </a:spcAft>
              <a:defRPr sz="1800">
                <a:solidFill>
                  <a:srgbClr val="FFD700"/>
                </a:solidFill>
              </a:defRPr>
            </a:pPr>
            <a:r>
              <a:t>MediConn uses advanced software tools to monitor and manage compliance-related activities</a:t>
            </a:r>
          </a:p>
          <a:p>
            <a:pPr>
              <a:spcAft>
                <a:spcPts val="600"/>
              </a:spcAft>
              <a:defRPr sz="1800">
                <a:solidFill>
                  <a:srgbClr val="404040"/>
                </a:solidFill>
              </a:defRPr>
            </a:pPr>
            <a:r>
              <a:t>The Compliance Department conducts regular internal audits to ensure adherence to regulations</a:t>
            </a:r>
          </a:p>
          <a:p>
            <a:pPr>
              <a:spcAft>
                <a:spcPts val="600"/>
              </a:spcAft>
              <a:defRPr sz="1800">
                <a:solidFill>
                  <a:srgbClr val="404040"/>
                </a:solidFill>
              </a:defRPr>
            </a:pPr>
            <a:r>
              <a:t>Any non-compliance identified during audits is promptly addressed and rectified</a:t>
            </a:r>
          </a:p>
          <a:p>
            <a:pPr>
              <a:spcAft>
                <a:spcPts val="600"/>
              </a:spcAft>
              <a:defRPr sz="1800">
                <a:solidFill>
                  <a:srgbClr val="FFD700"/>
                </a:solidFill>
              </a:defRPr>
            </a:pPr>
            <a:r>
              <a:t>MediConn's compliance efforts are closely integrated with its overall corporate strategy</a:t>
            </a:r>
          </a:p>
          <a:p>
            <a:pPr>
              <a:spcAft>
                <a:spcPts val="600"/>
              </a:spcAft>
              <a:defRPr sz="1800">
                <a:solidFill>
                  <a:srgbClr val="404040"/>
                </a:solidFill>
              </a:defRPr>
            </a:pPr>
            <a:r>
              <a:t>Ongoing compliance training is provided to all employees to foster a culture of compliance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D700"/>
                </a:solidFill>
              </a:defRPr>
            </a:pPr>
            <a:r>
              <a:t>MediConn Solutions has been identified as a leader in regulatory compliance within the virtual healthcare industry, which reinforces our commitment to delivering secure and user-friendly digital platforms. Let's leverage this recognition to continue improving our compliance strategy and strengthening our reputation in the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