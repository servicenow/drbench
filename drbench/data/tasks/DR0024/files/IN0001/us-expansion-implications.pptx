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7030A0"/>
                </a:solidFill>
              </a:defRPr>
            </a:pPr>
            <a:r>
              <a:t>Regulatory Implications of U.S Expansion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MediConn Solutions considers expanding its cash-only services into United States, we need to understand the regulatory landscape. This presentation will discuss potential challenges and the impact on our compliance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Overview of U.S Healthcare Regulatory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U.S healthcare landscape is complex with diverse state-specific patient data privacy laws.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compliance team has envisaged a multi-year strategy to understand, interpret, and implement these laws across all states.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Taking into account the intricacies of these regulations, our team predicts a timeline extending to Q1 2027 for complete compliance.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estimate is based on an aggressive yet realistic approach in terms of resource allocation and project management.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timeline is critical as it directly impacts our expansion strategy and potential launch dates in different states.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It implies that the roll-out of cash-only services in the U.S will need to be phased, rather than simultaneous across all states.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board should contemplate this timeline when discussing expansion and potential partnerships in the U.S.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Compliance Challenges of Cash-only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Cash-only services can simplify billing and administrative processes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It eliminates the need for insurance claim processing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Cash-only services may limit access to care for patients without adequate financial resources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It may attract patients who value privacy and discretion in their healthcare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Cash-only practices must still adhere to federal and state regulations, including privacy and anti-discrimination laws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Some physicians have expressed concerns about the sustainability of cash-only 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Adapting Compliance Strategies for U.S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Expansion strategy should consider the differing healthcare landscapes across U.S states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comprehensive risk management plan should be developed to mitigate potential issues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An effective communication strategy is essential to inform stakeholders of the expansion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Regulatory compliance should be a key focus during the expansion process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Consider potential changes to the business model to adapt to U.S healthcare practices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Post-expansion, it is important to monitor and adjust strategies based on evolving regulations and market conditions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Expanding into the U.S. will require us to navigate a complex regulatory landscape to ensure our cash-only services are compliant. Our next steps will involve detailed risk assessments and development of tailored compliance strategies for this new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