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7030A0"/>
                </a:solidFill>
              </a:defRPr>
            </a:pPr>
            <a:r>
              <a:t>Regulatory Preparedness for U.S. Expansion</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consider expanding our cash-only services into the United States, it's essential to understand the regulatory landscape. This will help us strategically manage risks and ensure compliance.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Overview of U.S. Healthcare Regulatory Environment</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As part of our due diligence, MediConn partnered with a top-tier healthcare legal firm based in New York in 2025.</a:t>
            </a:r>
          </a:p>
          <a:p>
            <a:pPr>
              <a:spcAft>
                <a:spcPts val="400"/>
              </a:spcAft>
              <a:defRPr sz="1600">
                <a:solidFill>
                  <a:srgbClr val="404040"/>
                </a:solidFill>
              </a:defRPr>
            </a:pPr>
            <a:r>
              <a:t>This partnership aimed to thoroughly review and assess the regulatory implications of migrating MediConn's service portfolio from Canada to the United States.</a:t>
            </a:r>
          </a:p>
          <a:p>
            <a:pPr>
              <a:spcAft>
                <a:spcPts val="400"/>
              </a:spcAft>
              <a:defRPr sz="1600">
                <a:solidFill>
                  <a:srgbClr val="FFC000"/>
                </a:solidFill>
              </a:defRPr>
            </a:pPr>
            <a:r>
              <a:t>The review was conducted over a year, providing a comprehensive overview of the U.S. healthcare regulatory landscape and potential challenges.</a:t>
            </a:r>
          </a:p>
          <a:p>
            <a:pPr>
              <a:spcAft>
                <a:spcPts val="400"/>
              </a:spcAft>
              <a:defRPr sz="1600">
                <a:solidFill>
                  <a:srgbClr val="404040"/>
                </a:solidFill>
              </a:defRPr>
            </a:pPr>
            <a:r>
              <a:t>The legal firm's expertise in healthcare services allowed us to understand the unique risk factors and regulatory requirements of the U.S. market.</a:t>
            </a:r>
          </a:p>
          <a:p>
            <a:pPr>
              <a:spcAft>
                <a:spcPts val="400"/>
              </a:spcAft>
              <a:defRPr sz="1600">
                <a:solidFill>
                  <a:srgbClr val="404040"/>
                </a:solidFill>
              </a:defRPr>
            </a:pPr>
            <a:r>
              <a:t>Their recommendations have guided our strategies for adapting our cash-only services to the American regulatory context.</a:t>
            </a:r>
          </a:p>
          <a:p>
            <a:pPr>
              <a:spcAft>
                <a:spcPts val="400"/>
              </a:spcAft>
              <a:defRPr sz="1600">
                <a:solidFill>
                  <a:srgbClr val="FFC000"/>
                </a:solidFill>
              </a:defRPr>
            </a:pPr>
            <a:r>
              <a:t>This critical step in our expansion plan ensures compliance with U.S. regulations and mitigates potential legal risks.</a:t>
            </a:r>
          </a:p>
          <a:p>
            <a:pPr>
              <a:spcAft>
                <a:spcPts val="400"/>
              </a:spcAft>
              <a:defRPr sz="1600">
                <a:solidFill>
                  <a:srgbClr val="404040"/>
                </a:solidFill>
              </a:defRPr>
            </a:pPr>
            <a:r>
              <a:t>Ongoing collaboration with the legal firm will provide risk management and oversight services, safeguarding our expansion efforts.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Potential Regulatory Challenges in U.S. Expansion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Differences in state laws could complicate expansion efforts.</a:t>
            </a:r>
          </a:p>
          <a:p>
            <a:pPr>
              <a:spcAft>
                <a:spcPts val="600"/>
              </a:spcAft>
              <a:defRPr sz="1800">
                <a:solidFill>
                  <a:srgbClr val="404040"/>
                </a:solidFill>
              </a:defRPr>
            </a:pPr>
            <a:r>
              <a:t>Regulatory compliance costs can be significant, impacting profitability.</a:t>
            </a:r>
          </a:p>
          <a:p>
            <a:pPr>
              <a:spcAft>
                <a:spcPts val="600"/>
              </a:spcAft>
              <a:defRPr sz="1800">
                <a:solidFill>
                  <a:srgbClr val="FFC000"/>
                </a:solidFill>
              </a:defRPr>
            </a:pPr>
            <a:r>
              <a:t>Maintaining compliance with HIPAA and other privacy laws is essential.</a:t>
            </a:r>
          </a:p>
          <a:p>
            <a:pPr>
              <a:spcAft>
                <a:spcPts val="600"/>
              </a:spcAft>
              <a:defRPr sz="1800">
                <a:solidFill>
                  <a:srgbClr val="404040"/>
                </a:solidFill>
              </a:defRPr>
            </a:pPr>
            <a:r>
              <a:t>Navigating antitrust laws can be complex during expansion.</a:t>
            </a:r>
          </a:p>
          <a:p>
            <a:pPr>
              <a:spcAft>
                <a:spcPts val="600"/>
              </a:spcAft>
              <a:defRPr sz="1800">
                <a:solidFill>
                  <a:srgbClr val="404040"/>
                </a:solidFill>
              </a:defRPr>
            </a:pPr>
            <a:r>
              <a:t>Ensuring compliance with ACA provisions can be challenging, particularly for a digital health company.</a:t>
            </a:r>
          </a:p>
          <a:p>
            <a:pPr>
              <a:spcAft>
                <a:spcPts val="600"/>
              </a:spcAft>
              <a:defRPr sz="1800">
                <a:solidFill>
                  <a:srgbClr val="FFC000"/>
                </a:solidFill>
              </a:defRPr>
            </a:pPr>
            <a:r>
              <a:t>The regulatory environment for healthcare in the U.S. is subject to political changes.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Compliance Strategies for U.S. Market Entry</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A thorough understanding of federal and state laws is crucial for successful entry into the U.S. market.</a:t>
            </a:r>
          </a:p>
          <a:p>
            <a:pPr>
              <a:spcAft>
                <a:spcPts val="400"/>
              </a:spcAft>
              <a:defRPr sz="1600">
                <a:solidFill>
                  <a:srgbClr val="404040"/>
                </a:solidFill>
              </a:defRPr>
            </a:pPr>
            <a:r>
              <a:t>Regular risk assessments can help identify potential compliance issues.</a:t>
            </a:r>
          </a:p>
          <a:p>
            <a:pPr>
              <a:spcAft>
                <a:spcPts val="400"/>
              </a:spcAft>
              <a:defRPr sz="1600">
                <a:solidFill>
                  <a:srgbClr val="FFC000"/>
                </a:solidFill>
              </a:defRPr>
            </a:pPr>
            <a:r>
              <a:t>Implementing robust data privacy and security measures is critical to comply with regulations like HIPAA.</a:t>
            </a:r>
          </a:p>
          <a:p>
            <a:pPr>
              <a:spcAft>
                <a:spcPts val="400"/>
              </a:spcAft>
              <a:defRPr sz="1600">
                <a:solidFill>
                  <a:srgbClr val="404040"/>
                </a:solidFill>
              </a:defRPr>
            </a:pPr>
            <a:r>
              <a:t>Establishing a strong compliance program can help ensure ongoing adherence to regulations.</a:t>
            </a:r>
          </a:p>
          <a:p>
            <a:pPr>
              <a:spcAft>
                <a:spcPts val="400"/>
              </a:spcAft>
              <a:defRPr sz="1600">
                <a:solidFill>
                  <a:srgbClr val="404040"/>
                </a:solidFill>
              </a:defRPr>
            </a:pPr>
            <a:r>
              <a:t>Engaging with legal and regulatory consultants can be beneficial for navigating complex regulations.</a:t>
            </a:r>
          </a:p>
          <a:p>
            <a:pPr>
              <a:spcAft>
                <a:spcPts val="400"/>
              </a:spcAft>
              <a:defRPr sz="1600">
                <a:solidFill>
                  <a:srgbClr val="FFC000"/>
                </a:solidFill>
              </a:defRPr>
            </a:pPr>
            <a:r>
              <a:t>It's important to stay informed about potential regulatory changes and their impacts.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7030A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Understanding the regulatory challenges and crafting robust compliance strategies are key to our successful expansion into the U.S. market. It's imperative that we continue this dialogue and prepare MediConn for the next steps.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