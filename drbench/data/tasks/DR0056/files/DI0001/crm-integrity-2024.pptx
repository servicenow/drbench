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8080"/>
                </a:solidFill>
              </a:defRPr>
            </a:pPr>
            <a:r>
              <a:t>CRM Integrity in 2024 Q4 Sales Operations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Today, we'll examine the steps MediConn Solutions took to maintain CRM data integrity during our Q4 2024 sales operations. This analysis will provide insights into our data management practices and their impact on our operational efficiency.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Overview of 2024 Q4 Sales Operations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MediConn Solutions experienced a 7% increase in active users for Q4 2024</a:t>
            </a:r>
          </a:p>
          <a:p>
            <a:pPr>
              <a:spcAft>
                <a:spcPts val="400"/>
              </a:spcAft>
              <a:defRPr sz="1600">
                <a:solidFill>
                  <a:srgbClr val="404040"/>
                </a:solidFill>
              </a:defRPr>
            </a:pPr>
            <a:r>
              <a:t>The customer retention rate remained stable at 91% throughout the quarter</a:t>
            </a:r>
          </a:p>
          <a:p>
            <a:pPr>
              <a:spcAft>
                <a:spcPts val="400"/>
              </a:spcAft>
              <a:defRPr sz="1600">
                <a:solidFill>
                  <a:srgbClr val="FF6347"/>
                </a:solidFill>
              </a:defRPr>
            </a:pPr>
            <a:r>
              <a:t>The sales team expanded by 12%, including professionals from various healthcare backgrounds</a:t>
            </a:r>
          </a:p>
          <a:p>
            <a:pPr>
              <a:spcAft>
                <a:spcPts val="400"/>
              </a:spcAft>
              <a:defRPr sz="1600">
                <a:solidFill>
                  <a:srgbClr val="404040"/>
                </a:solidFill>
              </a:defRPr>
            </a:pPr>
            <a:r>
              <a:t>We introduced two new virtual healthcare services, contributing to a 9% increase in our service portfolio</a:t>
            </a:r>
          </a:p>
          <a:p>
            <a:pPr>
              <a:spcAft>
                <a:spcPts val="400"/>
              </a:spcAft>
              <a:defRPr sz="1600">
                <a:solidFill>
                  <a:srgbClr val="404040"/>
                </a:solidFill>
              </a:defRPr>
            </a:pPr>
            <a:r>
              <a:t>Our average response time to customer queries decreased by 13%</a:t>
            </a:r>
          </a:p>
          <a:p>
            <a:pPr>
              <a:spcAft>
                <a:spcPts val="400"/>
              </a:spcAft>
              <a:defRPr sz="1600">
                <a:solidFill>
                  <a:srgbClr val="FF6347"/>
                </a:solidFill>
              </a:defRPr>
            </a:pPr>
            <a:r>
              <a:t>The customer satisfaction index improved by 8% compared to Q3 2024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CRM Data Management Strategies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 2024, we implemented a new CRM software with enhanced AI capabilities</a:t>
            </a:r>
          </a:p>
          <a:p>
            <a:pPr>
              <a:spcAft>
                <a:spcPts val="600"/>
              </a:spcAft>
              <a:defRPr sz="1800">
                <a:solidFill>
                  <a:srgbClr val="404040"/>
                </a:solidFill>
              </a:defRPr>
            </a:pPr>
            <a:r>
              <a:t>Our data storage shifted to a hybrid cloud model for improved security and accessibility</a:t>
            </a:r>
          </a:p>
          <a:p>
            <a:pPr>
              <a:spcAft>
                <a:spcPts val="600"/>
              </a:spcAft>
              <a:defRPr sz="1800">
                <a:solidFill>
                  <a:srgbClr val="FF6347"/>
                </a:solidFill>
              </a:defRPr>
            </a:pPr>
            <a:r>
              <a:t>The sales team received extensive training on CRM data entry and management</a:t>
            </a:r>
          </a:p>
          <a:p>
            <a:pPr>
              <a:spcAft>
                <a:spcPts val="600"/>
              </a:spcAft>
              <a:defRPr sz="1800">
                <a:solidFill>
                  <a:srgbClr val="404040"/>
                </a:solidFill>
              </a:defRPr>
            </a:pPr>
            <a:r>
              <a:t>We introduced a monthly report to monitor the quality of CRM data entry</a:t>
            </a:r>
          </a:p>
          <a:p>
            <a:pPr>
              <a:spcAft>
                <a:spcPts val="600"/>
              </a:spcAft>
              <a:defRPr sz="1800">
                <a:solidFill>
                  <a:srgbClr val="404040"/>
                </a:solidFill>
              </a:defRPr>
            </a:pPr>
            <a:r>
              <a:t>The CRM system was integrated with our customer service platform to streamline operations</a:t>
            </a:r>
          </a:p>
          <a:p>
            <a:pPr>
              <a:spcAft>
                <a:spcPts val="600"/>
              </a:spcAft>
              <a:defRPr sz="1800">
                <a:solidFill>
                  <a:srgbClr val="FF6347"/>
                </a:solidFill>
              </a:defRPr>
            </a:pPr>
            <a:r>
              <a:t>We conducted bi-weekly meetings to discuss CRM data management issues and find solutions</a:t>
            </a:r>
          </a:p>
          <a:p>
            <a:pPr>
              <a:spcAft>
                <a:spcPts val="600"/>
              </a:spcAft>
              <a:defRPr sz="1800">
                <a:solidFill>
                  <a:srgbClr val="404040"/>
                </a:solidFill>
              </a:defRPr>
            </a:pPr>
            <a:r>
              <a:t>A dedicated IT team was established to handle CRM related queries and troubleshooting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Impact on CRM Data Integrity</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The new CRM software improved data security by 15%</a:t>
            </a:r>
          </a:p>
          <a:p>
            <a:pPr>
              <a:spcAft>
                <a:spcPts val="400"/>
              </a:spcAft>
              <a:defRPr sz="1600">
                <a:solidFill>
                  <a:srgbClr val="404040"/>
                </a:solidFill>
              </a:defRPr>
            </a:pPr>
            <a:r>
              <a:t>The hybrid cloud model for data storage reduced data loss incidents by 20%</a:t>
            </a:r>
          </a:p>
          <a:p>
            <a:pPr>
              <a:spcAft>
                <a:spcPts val="400"/>
              </a:spcAft>
              <a:defRPr sz="1600">
                <a:solidFill>
                  <a:srgbClr val="FF6347"/>
                </a:solidFill>
              </a:defRPr>
            </a:pPr>
            <a:r>
              <a:t>The integration of CRM with customer service platform resulted in a 10% increase in data completeness</a:t>
            </a:r>
          </a:p>
          <a:p>
            <a:pPr>
              <a:spcAft>
                <a:spcPts val="400"/>
              </a:spcAft>
              <a:defRPr sz="1600">
                <a:solidFill>
                  <a:srgbClr val="404040"/>
                </a:solidFill>
              </a:defRPr>
            </a:pPr>
            <a:r>
              <a:t>The CRM training resulted in a 12% decrease in data entry errors</a:t>
            </a:r>
          </a:p>
          <a:p>
            <a:pPr>
              <a:spcAft>
                <a:spcPts val="400"/>
              </a:spcAft>
              <a:defRPr sz="1600">
                <a:solidFill>
                  <a:srgbClr val="404040"/>
                </a:solidFill>
              </a:defRPr>
            </a:pPr>
            <a:r>
              <a:t>The dedicated IT team resolved 95% of CRM related issues within 24 hours</a:t>
            </a:r>
          </a:p>
          <a:p>
            <a:pPr>
              <a:spcAft>
                <a:spcPts val="400"/>
              </a:spcAft>
              <a:defRPr sz="1600">
                <a:solidFill>
                  <a:srgbClr val="FF6347"/>
                </a:solidFill>
              </a:defRPr>
            </a:pPr>
            <a:r>
              <a:t>Bi-weekly meetings helped to enhance the overall CRM data quality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6347"/>
                </a:solidFill>
              </a:defRPr>
            </a:pPr>
            <a:r>
              <a:t>Our strategic approach to CRM data management significantly contributed to our data integrity during Q4 2024. Moving forward, we should continue to refine these strategies to further enhance our operational efficiency and data accuracy.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