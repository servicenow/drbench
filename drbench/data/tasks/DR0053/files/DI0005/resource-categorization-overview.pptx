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Knowledge Management System: Resource Categorization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part of our continuous efforts to optimize healthcare delivery, we will explore the current structure of resource categorization within our knowledge management system. This helps ensure our platform remains accessible and user-friendly for all our stakeholders.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Key Features of MediConn's Knowledge Management System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User-friendly interface with easy access to all platform services</a:t>
            </a:r>
          </a:p>
          <a:p>
            <a:pPr>
              <a:spcAft>
                <a:spcPts val="600"/>
              </a:spcAft>
              <a:defRPr sz="1800">
                <a:solidFill>
                  <a:srgbClr val="404040"/>
                </a:solidFill>
              </a:defRPr>
            </a:pPr>
            <a:r>
              <a:t>Advanced search functionality to help clients find relevant information</a:t>
            </a:r>
          </a:p>
          <a:p>
            <a:pPr>
              <a:spcAft>
                <a:spcPts val="600"/>
              </a:spcAft>
              <a:defRPr sz="1800">
                <a:solidFill>
                  <a:srgbClr val="FFD700"/>
                </a:solidFill>
              </a:defRPr>
            </a:pPr>
            <a:r>
              <a:t>Secure, HIPAA-compliant data storage and transfer protocols</a:t>
            </a:r>
          </a:p>
          <a:p>
            <a:pPr>
              <a:spcAft>
                <a:spcPts val="600"/>
              </a:spcAft>
              <a:defRPr sz="1800">
                <a:solidFill>
                  <a:srgbClr val="404040"/>
                </a:solidFill>
              </a:defRPr>
            </a:pPr>
            <a:r>
              <a:t>Integration with various third-party healthcare applications and tools</a:t>
            </a:r>
          </a:p>
          <a:p>
            <a:pPr>
              <a:spcAft>
                <a:spcPts val="600"/>
              </a:spcAft>
              <a:defRPr sz="1800">
                <a:solidFill>
                  <a:srgbClr val="404040"/>
                </a:solidFill>
              </a:defRPr>
            </a:pPr>
            <a:r>
              <a:t>Real-time analytics and reporting capabilities for effective decision-making</a:t>
            </a:r>
          </a:p>
          <a:p>
            <a:pPr>
              <a:spcAft>
                <a:spcPts val="600"/>
              </a:spcAft>
              <a:defRPr sz="1800">
                <a:solidFill>
                  <a:srgbClr val="FFD700"/>
                </a:solidFill>
              </a:defRPr>
            </a:pPr>
            <a:r>
              <a:t>AI-powered chatbot for immediate assistance and troubleshooting</a:t>
            </a:r>
          </a:p>
          <a:p>
            <a:pPr>
              <a:spcAft>
                <a:spcPts val="600"/>
              </a:spcAft>
              <a:defRPr sz="1800">
                <a:solidFill>
                  <a:srgbClr val="404040"/>
                </a:solidFill>
              </a:defRPr>
            </a:pPr>
            <a:r>
              <a:t>Regular system updates and maintenance to ensure optimal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Current Structure of Resource Categorization in MediConn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Multiple levels of resource categorization for easy navigation</a:t>
            </a:r>
          </a:p>
          <a:p>
            <a:pPr>
              <a:spcAft>
                <a:spcPts val="600"/>
              </a:spcAft>
              <a:defRPr sz="1800">
                <a:solidFill>
                  <a:srgbClr val="404040"/>
                </a:solidFill>
              </a:defRPr>
            </a:pPr>
            <a:r>
              <a:t>Clear labeling and tagging of resources for quick identification</a:t>
            </a:r>
          </a:p>
          <a:p>
            <a:pPr>
              <a:spcAft>
                <a:spcPts val="600"/>
              </a:spcAft>
              <a:defRPr sz="1800">
                <a:solidFill>
                  <a:srgbClr val="FFD700"/>
                </a:solidFill>
              </a:defRPr>
            </a:pPr>
            <a:r>
              <a:t>Periodic review and update of resource categorization</a:t>
            </a:r>
          </a:p>
          <a:p>
            <a:pPr>
              <a:spcAft>
                <a:spcPts val="600"/>
              </a:spcAft>
              <a:defRPr sz="1800">
                <a:solidFill>
                  <a:srgbClr val="404040"/>
                </a:solidFill>
              </a:defRPr>
            </a:pPr>
            <a:r>
              <a:t>Use of AI and machine learning for automated resource categorization</a:t>
            </a:r>
          </a:p>
          <a:p>
            <a:pPr>
              <a:spcAft>
                <a:spcPts val="600"/>
              </a:spcAft>
              <a:defRPr sz="1800">
                <a:solidFill>
                  <a:srgbClr val="404040"/>
                </a:solidFill>
              </a:defRPr>
            </a:pPr>
            <a:r>
              <a:t>Detailed resource descriptions to help users understand their relevance</a:t>
            </a:r>
          </a:p>
          <a:p>
            <a:pPr>
              <a:spcAft>
                <a:spcPts val="600"/>
              </a:spcAft>
              <a:defRPr sz="1800">
                <a:solidFill>
                  <a:srgbClr val="FFD700"/>
                </a:solidFill>
              </a:defRPr>
            </a:pPr>
            <a:r>
              <a:t>Feedback mechanism to continuously improve resource categorization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Improvement Opportunities for Resource Categorization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Enhance search algorithms for better resource discovery</a:t>
            </a:r>
          </a:p>
          <a:p>
            <a:pPr>
              <a:spcAft>
                <a:spcPts val="400"/>
              </a:spcAft>
              <a:defRPr sz="1600">
                <a:solidFill>
                  <a:srgbClr val="404040"/>
                </a:solidFill>
              </a:defRPr>
            </a:pPr>
            <a:r>
              <a:t>Increase user involvement in resource categorization process</a:t>
            </a:r>
          </a:p>
          <a:p>
            <a:pPr>
              <a:spcAft>
                <a:spcPts val="400"/>
              </a:spcAft>
              <a:defRPr sz="1600">
                <a:solidFill>
                  <a:srgbClr val="FFD700"/>
                </a:solidFill>
              </a:defRPr>
            </a:pPr>
            <a:r>
              <a:t>Develop more intuitive categories based on user behavior and preferences</a:t>
            </a:r>
          </a:p>
          <a:p>
            <a:pPr>
              <a:spcAft>
                <a:spcPts val="400"/>
              </a:spcAft>
              <a:defRPr sz="1600">
                <a:solidFill>
                  <a:srgbClr val="404040"/>
                </a:solidFill>
              </a:defRPr>
            </a:pPr>
            <a:r>
              <a:t>Implement more robust AI tools for automated categorization and recommendation</a:t>
            </a:r>
          </a:p>
          <a:p>
            <a:pPr>
              <a:spcAft>
                <a:spcPts val="400"/>
              </a:spcAft>
              <a:defRPr sz="1600">
                <a:solidFill>
                  <a:srgbClr val="404040"/>
                </a:solidFill>
              </a:defRPr>
            </a:pPr>
            <a:r>
              <a:t>Continued user testing to identify and address categorization issues</a:t>
            </a:r>
          </a:p>
          <a:p>
            <a:pPr>
              <a:spcAft>
                <a:spcPts val="400"/>
              </a:spcAft>
              <a:defRPr sz="1600">
                <a:solidFill>
                  <a:srgbClr val="FFD700"/>
                </a:solidFill>
              </a:defRPr>
            </a:pPr>
            <a:r>
              <a:t>Regular audits of categorization structure to ensure relevance and efficiency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Understanding the existing system of resource categorization allows us to identify areas for improvement and enhance our platform's user experience. Let's continue to work together to make MediConn's virtual healthcare services more accessible and efficient.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