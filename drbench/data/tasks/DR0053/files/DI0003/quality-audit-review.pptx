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Quality Audit Compliance Review 2023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Welcome to the review of our 2023 general quality audit. We will be focusing on the internal compliance checkpoints and their completion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Overview of Compliance in Virtual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Compliance in virtual healthcare is paramount to ensure the safety and privacy of patient data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Canada, PIPEDA is the key legislative framework governing data privacy in healthcare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The enforcement of strict cybersecurity measures is critical in virtual healthcare compliance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telemedicine industry has seen increased regulatory scrutiny due to rapid growth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Risk assessment and mitigation strategies form a crucial part of compliance in virtual healthcare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Regulatory bodies frequently update guidelines to keep up with technological advancements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Completion Status of 2023 Compliance Checkpoints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Compliance checkpoints are crucial in ensuring regulatory adherence and data protection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Checkpoints are often categorized into areas such as data security, patient privacy, and service delivery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A compliance checkpoint completion can involve multiple departments and stakeholders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Failed checkpoints often result in corrective actions and possibly fines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Continuous monitoring and audits are necessary for maintaining the completion status of compliance checkpoints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Impact &amp; Improvements in Quality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Quality management is a continuous process aiming for service excellence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It includes elements like patient satisfaction, service accessibility, and treatment effectiveness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use of technology, like AI and machine learning, can help in improving quality management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Regular training and development programs are essential to maintain high-quality standards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Quality management impacts both patient outcomes and business performance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Improvement initiatives are often driven by feedback, audits, and benchmarking studies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Our adherence to the internal compliance checkpoints indicates a strong commitment to quality and regulatory standards. Moving forward, we will continue to enhance our quality management system to uphold our service excellence.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