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Platform Enhancements: February 2025 Update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we'll be discussing the significant enhancements implemented in our internal platform during the February 2025 update. These updates aim to improve our virtual healthcare services and overall patient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Understanding the Need for Platform Update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Patient satisfaction survey conducted in Q4 2024 showed demand for easier communication tools</a:t>
            </a:r>
          </a:p>
          <a:p>
            <a:pPr>
              <a:spcAft>
                <a:spcPts val="400"/>
              </a:spcAft>
              <a:defRPr sz="1600">
                <a:solidFill>
                  <a:srgbClr val="404040"/>
                </a:solidFill>
              </a:defRPr>
            </a:pPr>
            <a:r>
              <a:t>Technology advancements in the healthcare sector have necessitated more sophisticated platforms</a:t>
            </a:r>
          </a:p>
          <a:p>
            <a:pPr>
              <a:spcAft>
                <a:spcPts val="400"/>
              </a:spcAft>
              <a:defRPr sz="1600">
                <a:solidFill>
                  <a:srgbClr val="4682B4"/>
                </a:solidFill>
              </a:defRPr>
            </a:pPr>
            <a:r>
              <a:t>Compliance regulations have tightened, requiring further platform enhancements</a:t>
            </a:r>
          </a:p>
          <a:p>
            <a:pPr>
              <a:spcAft>
                <a:spcPts val="400"/>
              </a:spcAft>
              <a:defRPr sz="1600">
                <a:solidFill>
                  <a:srgbClr val="404040"/>
                </a:solidFill>
              </a:defRPr>
            </a:pPr>
            <a:r>
              <a:t>Increased competition in the telehealth industry necessitates continuous improvement</a:t>
            </a:r>
          </a:p>
          <a:p>
            <a:pPr>
              <a:spcAft>
                <a:spcPts val="400"/>
              </a:spcAft>
              <a:defRPr sz="1600">
                <a:solidFill>
                  <a:srgbClr val="404040"/>
                </a:solidFill>
              </a:defRPr>
            </a:pPr>
            <a:r>
              <a:t>Our internal IT team identified potential security vulnerabilities in the previous system</a:t>
            </a:r>
          </a:p>
          <a:p>
            <a:pPr>
              <a:spcAft>
                <a:spcPts val="400"/>
              </a:spcAft>
              <a:defRPr sz="1600">
                <a:solidFill>
                  <a:srgbClr val="4682B4"/>
                </a:solidFill>
              </a:defRPr>
            </a:pPr>
            <a:r>
              <a:t>The previous platform was not scalable to accommodate the growing patient 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Key Features of the February 2025 Update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Enhanced user interface to improve patient experience</a:t>
            </a:r>
          </a:p>
          <a:p>
            <a:pPr>
              <a:spcAft>
                <a:spcPts val="600"/>
              </a:spcAft>
              <a:defRPr sz="1800">
                <a:solidFill>
                  <a:srgbClr val="404040"/>
                </a:solidFill>
              </a:defRPr>
            </a:pPr>
            <a:r>
              <a:t>Integration with third-party apps for extended functionality</a:t>
            </a:r>
          </a:p>
          <a:p>
            <a:pPr>
              <a:spcAft>
                <a:spcPts val="600"/>
              </a:spcAft>
              <a:defRPr sz="1800">
                <a:solidFill>
                  <a:srgbClr val="4682B4"/>
                </a:solidFill>
              </a:defRPr>
            </a:pPr>
            <a:r>
              <a:t>Improved data encryption to ensure patient confidentiality</a:t>
            </a:r>
          </a:p>
          <a:p>
            <a:pPr>
              <a:spcAft>
                <a:spcPts val="600"/>
              </a:spcAft>
              <a:defRPr sz="1800">
                <a:solidFill>
                  <a:srgbClr val="404040"/>
                </a:solidFill>
              </a:defRPr>
            </a:pPr>
            <a:r>
              <a:t>Deployment of artificial intelligence algorithms to predict patient needs</a:t>
            </a:r>
          </a:p>
          <a:p>
            <a:pPr>
              <a:spcAft>
                <a:spcPts val="600"/>
              </a:spcAft>
              <a:defRPr sz="1800">
                <a:solidFill>
                  <a:srgbClr val="404040"/>
                </a:solidFill>
              </a:defRPr>
            </a:pPr>
            <a:r>
              <a:t>Introduction of a feedback system to continuously improve platform based on user reviews</a:t>
            </a:r>
          </a:p>
          <a:p>
            <a:pPr>
              <a:spcAft>
                <a:spcPts val="600"/>
              </a:spcAft>
              <a:defRPr sz="1800">
                <a:solidFill>
                  <a:srgbClr val="4682B4"/>
                </a:solidFill>
              </a:defRPr>
            </a:pPr>
            <a:r>
              <a:t>Enhanced mobile compatibility for accessibility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Impact and Benefits of the Update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Reduced patient wait times due to improved system efficiencies</a:t>
            </a:r>
          </a:p>
          <a:p>
            <a:pPr>
              <a:spcAft>
                <a:spcPts val="600"/>
              </a:spcAft>
              <a:defRPr sz="1800">
                <a:solidFill>
                  <a:srgbClr val="404040"/>
                </a:solidFill>
              </a:defRPr>
            </a:pPr>
            <a:r>
              <a:t>The number of user complaints decreased by 35% within the first month of the update</a:t>
            </a:r>
          </a:p>
          <a:p>
            <a:pPr>
              <a:spcAft>
                <a:spcPts val="600"/>
              </a:spcAft>
              <a:defRPr sz="1800">
                <a:solidFill>
                  <a:srgbClr val="4682B4"/>
                </a:solidFill>
              </a:defRPr>
            </a:pPr>
            <a:r>
              <a:t>20% increase in platform usage since the update was deployed</a:t>
            </a:r>
          </a:p>
          <a:p>
            <a:pPr>
              <a:spcAft>
                <a:spcPts val="600"/>
              </a:spcAft>
              <a:defRPr sz="1800">
                <a:solidFill>
                  <a:srgbClr val="404040"/>
                </a:solidFill>
              </a:defRPr>
            </a:pPr>
            <a:r>
              <a:t>Positive feedback from healthcare professionals about the improved interface</a:t>
            </a:r>
          </a:p>
          <a:p>
            <a:pPr>
              <a:spcAft>
                <a:spcPts val="600"/>
              </a:spcAft>
              <a:defRPr sz="1800">
                <a:solidFill>
                  <a:srgbClr val="404040"/>
                </a:solidFill>
              </a:defRPr>
            </a:pPr>
            <a:r>
              <a:t>The update facilitated more seamless integration with third-party healthcare solutions</a:t>
            </a:r>
          </a:p>
          <a:p>
            <a:pPr>
              <a:spcAft>
                <a:spcPts val="600"/>
              </a:spcAft>
              <a:defRPr sz="1800">
                <a:solidFill>
                  <a:srgbClr val="4682B4"/>
                </a:solidFill>
              </a:defRPr>
            </a:pPr>
            <a:r>
              <a:t>Reduction in IT related costs due to streamlined platform maintenance processes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The February 2025 update has introduced effective features that streamline our operations and improve patient experience. As we move forward, let's continue to leverage these enhancements to deliver accessible and cost-effective virtual healthcare.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