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IT Department Recognition Overview, March 2025</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provides an overview of the internal recognition received by our IT department in March 2025. It also contextualizes these achievements within the broader scope of our company's objectives and industry trends.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IT Department: Key Contributions in Q1 2025</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IT department developed a new version of our patient portal, enhancing user experience</a:t>
            </a:r>
          </a:p>
          <a:p>
            <a:pPr>
              <a:spcAft>
                <a:spcPts val="400"/>
              </a:spcAft>
              <a:defRPr sz="1600">
                <a:solidFill>
                  <a:srgbClr val="404040"/>
                </a:solidFill>
              </a:defRPr>
            </a:pPr>
            <a:r>
              <a:t>Launched an AI-backed chatbot to assist patients with common inquiries</a:t>
            </a:r>
          </a:p>
          <a:p>
            <a:pPr>
              <a:spcAft>
                <a:spcPts val="400"/>
              </a:spcAft>
              <a:defRPr sz="1600">
                <a:solidFill>
                  <a:srgbClr val="FFA500"/>
                </a:solidFill>
              </a:defRPr>
            </a:pPr>
            <a:r>
              <a:t>Implemented a cybersecurity upgrade to protect patient data, meeting the latest HIPAA guidelines</a:t>
            </a:r>
          </a:p>
          <a:p>
            <a:pPr>
              <a:spcAft>
                <a:spcPts val="400"/>
              </a:spcAft>
              <a:defRPr sz="1600">
                <a:solidFill>
                  <a:srgbClr val="404040"/>
                </a:solidFill>
              </a:defRPr>
            </a:pPr>
            <a:r>
              <a:t>Facilitated the integration of third-party healthcare apps into our platform</a:t>
            </a:r>
          </a:p>
          <a:p>
            <a:pPr>
              <a:spcAft>
                <a:spcPts val="400"/>
              </a:spcAft>
              <a:defRPr sz="1600">
                <a:solidFill>
                  <a:srgbClr val="404040"/>
                </a:solidFill>
              </a:defRPr>
            </a:pPr>
            <a:r>
              <a:t>Conducted successful load testing to ensure platform stability under heavy traffic</a:t>
            </a:r>
          </a:p>
          <a:p>
            <a:pPr>
              <a:spcAft>
                <a:spcPts val="400"/>
              </a:spcAft>
              <a:defRPr sz="1600">
                <a:solidFill>
                  <a:srgbClr val="FFA500"/>
                </a:solidFill>
              </a:defRPr>
            </a:pPr>
            <a:r>
              <a:t>Trained the customer service team on new IT tools to expedite query resolution.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Recognizing Excellence: IT Department Awards in March</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Our IT department was nominated for the ‘Tech Innovation of the Year’ award</a:t>
            </a:r>
          </a:p>
          <a:p>
            <a:pPr>
              <a:spcAft>
                <a:spcPts val="400"/>
              </a:spcAft>
              <a:defRPr sz="1600">
                <a:solidFill>
                  <a:srgbClr val="404040"/>
                </a:solidFill>
              </a:defRPr>
            </a:pPr>
            <a:r>
              <a:t>The department was shortlisted for the 'Best Use of AI in Healthcare' award</a:t>
            </a:r>
          </a:p>
          <a:p>
            <a:pPr>
              <a:spcAft>
                <a:spcPts val="400"/>
              </a:spcAft>
              <a:defRPr sz="1600">
                <a:solidFill>
                  <a:srgbClr val="FFA500"/>
                </a:solidFill>
              </a:defRPr>
            </a:pPr>
            <a:r>
              <a:t>MediConn’s IT security team was appreciated for their effort in a cybersecurity event</a:t>
            </a:r>
          </a:p>
          <a:p>
            <a:pPr>
              <a:spcAft>
                <a:spcPts val="400"/>
              </a:spcAft>
              <a:defRPr sz="1600">
                <a:solidFill>
                  <a:srgbClr val="404040"/>
                </a:solidFill>
              </a:defRPr>
            </a:pPr>
            <a:r>
              <a:t>The IT department received a commendation for improving the overall platform UX</a:t>
            </a:r>
          </a:p>
          <a:p>
            <a:pPr>
              <a:spcAft>
                <a:spcPts val="400"/>
              </a:spcAft>
              <a:defRPr sz="1600">
                <a:solidFill>
                  <a:srgbClr val="404040"/>
                </a:solidFill>
              </a:defRPr>
            </a:pPr>
            <a:r>
              <a:t>The team's work on app integrations was recognized in the 'Best App Ecosystem' category.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Impacts and Implications of IT Achievements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Our new patient portal has resulted in a 20% increase in user engagement</a:t>
            </a:r>
          </a:p>
          <a:p>
            <a:pPr>
              <a:spcAft>
                <a:spcPts val="400"/>
              </a:spcAft>
              <a:defRPr sz="1600">
                <a:solidFill>
                  <a:srgbClr val="404040"/>
                </a:solidFill>
              </a:defRPr>
            </a:pPr>
            <a:r>
              <a:t>The introduction of the AI chatbot has reduced customer service response time by 35%</a:t>
            </a:r>
          </a:p>
          <a:p>
            <a:pPr>
              <a:spcAft>
                <a:spcPts val="400"/>
              </a:spcAft>
              <a:defRPr sz="1600">
                <a:solidFill>
                  <a:srgbClr val="FFA500"/>
                </a:solidFill>
              </a:defRPr>
            </a:pPr>
            <a:r>
              <a:t>The cybersecurity upgrade has resulted in zero data breaches in Q1</a:t>
            </a:r>
          </a:p>
          <a:p>
            <a:pPr>
              <a:spcAft>
                <a:spcPts val="400"/>
              </a:spcAft>
              <a:defRPr sz="1600">
                <a:solidFill>
                  <a:srgbClr val="404040"/>
                </a:solidFill>
              </a:defRPr>
            </a:pPr>
            <a:r>
              <a:t>The integration of third-party apps has expanded our services and increased patient satisfaction</a:t>
            </a:r>
          </a:p>
          <a:p>
            <a:pPr>
              <a:spcAft>
                <a:spcPts val="400"/>
              </a:spcAft>
              <a:defRPr sz="1600">
                <a:solidFill>
                  <a:srgbClr val="404040"/>
                </a:solidFill>
              </a:defRPr>
            </a:pPr>
            <a:r>
              <a:t>The load testing ensured a smooth user experience during peak usage hours</a:t>
            </a:r>
          </a:p>
          <a:p>
            <a:pPr>
              <a:spcAft>
                <a:spcPts val="400"/>
              </a:spcAft>
              <a:defRPr sz="1600">
                <a:solidFill>
                  <a:srgbClr val="FFA500"/>
                </a:solidFill>
              </a:defRPr>
            </a:pPr>
            <a:r>
              <a:t>The IT tools training has resulted in a 15% reduction in average call handling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The recognition received by our IT department in March 2025 underscores the critical role they play in our business operations. Moving forward, let's ensure these achievements are leveraged to drive continuous improvement and enhance our virtual healthcare services.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