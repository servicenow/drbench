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8C00"/>
                </a:solidFill>
              </a:defRPr>
            </a:pPr>
            <a:r>
              <a:t>Strengthening Knowledge Management for Virtual 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In the evolving landscape of virtual healthcare, effective knowledge management is pivotal to prevent knowledge-related medical errors. This presentation explores potential strategies for strengthening our knowledge management systems by Q3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Analyzing Current Knowledge Management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MediConn's knowledge management system will be enhanced to adjust to the increasing volume of medical information, as seen in the 55 new medications approved in 2023.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Effective January 1, 2026, a new feature will be implemented to aid in the prevention of knowledge-related errors.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The new feature will ensure real-time alerts are delivered to our virtual care teams whenever clinical guidelines are updated.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This real-time alert system, as outlined in the internal report published on October 13, 2025, will aid in reducing instances of medical errors.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system will ensure we stay ahead of potential knowledge gaps, and will prove instrumental in efficiently managing the growing complexity of medical information.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By Q2 2026, we expect all virtual care teams to be fully integrated with this real-time alert system, supporting evidence-based practices.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Innovative Solutions for Knowledge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Exploration of the adoption of AI-based knowledge organization systems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Discussion on investment in cloud-based databases for knowledge storage</a:t>
            </a:r>
          </a:p>
          <a:p>
            <a:pPr>
              <a:spcAft>
                <a:spcPts val="600"/>
              </a:spcAft>
              <a:defRPr sz="1800">
                <a:solidFill>
                  <a:srgbClr val="4682B4"/>
                </a:solidFill>
              </a:defRPr>
            </a:pPr>
            <a:r>
              <a:t>Overview of the implementation of new documentation standards in the industry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Prospective benefits of integrating machine learning into our knowledge management systems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Consideration of the role of blockchain technology in ensuring secure knowledge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Implementation Timeline for Knowledge Management Upgrades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Initial system design and testing to be completed by Q4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Full implementation of AI-based knowledge organization anticipated by Q2 2025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Expectation of complete transition to cloud-based databases by the end of 2025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Plan for a comprehensive review of the new system's performance in Q1 2026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Projection of full integration of machine learning by Q3 2026</a:t>
            </a:r>
          </a:p>
          <a:p>
            <a:pPr>
              <a:spcAft>
                <a:spcPts val="400"/>
              </a:spcAft>
              <a:defRPr sz="1600">
                <a:solidFill>
                  <a:srgbClr val="4682B4"/>
                </a:solidFill>
              </a:defRPr>
            </a:pPr>
            <a:r>
              <a:t>Anticipated completion of blockchain integration by Q4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8C0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4682B4"/>
                </a:solidFill>
              </a:defRPr>
            </a:pPr>
            <a:r>
              <a:t>By identifying our current challenges and implementing innovative knowledge management solutions, we can significantly reduce knowledge-related errors. Let's work collectively to ensure a seamless implementation timeline to achieve this goal by Q3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