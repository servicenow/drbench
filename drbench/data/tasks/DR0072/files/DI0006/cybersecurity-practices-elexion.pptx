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Cybersecurity Practices at Elexion Automotive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discusses our cybersecurity team's latest activities and initiatives. We'll cover our recent conference attendance, ongoing training efforts, and future plans to enhance our security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Recent Cybersecurity Conference Participation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Elexion's cybersecurity team consistently participates in multiple conferences annually.</a:t>
            </a:r>
          </a:p>
          <a:p>
            <a:pPr>
              <a:spcAft>
                <a:spcPts val="400"/>
              </a:spcAft>
              <a:defRPr sz="1600">
                <a:solidFill>
                  <a:srgbClr val="404040"/>
                </a:solidFill>
              </a:defRPr>
            </a:pPr>
            <a:r>
              <a:t>In the last two years, we have attended conferences in San Francisco, Chicago, and Dallas.</a:t>
            </a:r>
          </a:p>
          <a:p>
            <a:pPr>
              <a:spcAft>
                <a:spcPts val="400"/>
              </a:spcAft>
              <a:defRPr sz="1600">
                <a:solidFill>
                  <a:srgbClr val="FF8243"/>
                </a:solidFill>
              </a:defRPr>
            </a:pPr>
            <a:r>
              <a:t>Our team has presented papers on 'Effective Cybersecurity in Electric Vehicles' and 'Mitigating Cyber Risks in Automotive Industry'.</a:t>
            </a:r>
          </a:p>
          <a:p>
            <a:pPr>
              <a:spcAft>
                <a:spcPts val="400"/>
              </a:spcAft>
              <a:defRPr sz="1600">
                <a:solidFill>
                  <a:srgbClr val="404040"/>
                </a:solidFill>
              </a:defRPr>
            </a:pPr>
            <a:r>
              <a:t>The team has received several accolades for their outstanding contributions to the cybersecurity field.</a:t>
            </a:r>
          </a:p>
          <a:p>
            <a:pPr>
              <a:spcAft>
                <a:spcPts val="400"/>
              </a:spcAft>
              <a:defRPr sz="1600">
                <a:solidFill>
                  <a:srgbClr val="404040"/>
                </a:solidFill>
              </a:defRPr>
            </a:pPr>
            <a:r>
              <a:t>The conferences attended have provided our team with networking opportunities to collaborate with industry leaders.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Ongoing Cybersecurity Training Initiatives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Elexion implements quarterly cybersecurity training for all employees.</a:t>
            </a:r>
          </a:p>
          <a:p>
            <a:pPr>
              <a:spcAft>
                <a:spcPts val="600"/>
              </a:spcAft>
              <a:defRPr sz="1800">
                <a:solidFill>
                  <a:srgbClr val="404040"/>
                </a:solidFill>
              </a:defRPr>
            </a:pPr>
            <a:r>
              <a:t>We have partnered with top cybersecurity firms for specialized training.</a:t>
            </a:r>
          </a:p>
          <a:p>
            <a:pPr>
              <a:spcAft>
                <a:spcPts val="600"/>
              </a:spcAft>
              <a:defRPr sz="1800">
                <a:solidFill>
                  <a:srgbClr val="FF8243"/>
                </a:solidFill>
              </a:defRPr>
            </a:pPr>
            <a:r>
              <a:t>In 2024, we introduced a new training module on 'Security in Electric Vehicle Infrastructure'.</a:t>
            </a:r>
          </a:p>
          <a:p>
            <a:pPr>
              <a:spcAft>
                <a:spcPts val="600"/>
              </a:spcAft>
              <a:defRPr sz="1800">
                <a:solidFill>
                  <a:srgbClr val="404040"/>
                </a:solidFill>
              </a:defRPr>
            </a:pPr>
            <a:r>
              <a:t>Employee participation rate in cybersecurity training sessions is over 90%.</a:t>
            </a:r>
          </a:p>
          <a:p>
            <a:pPr>
              <a:spcAft>
                <a:spcPts val="600"/>
              </a:spcAft>
              <a:defRPr sz="1800">
                <a:solidFill>
                  <a:srgbClr val="404040"/>
                </a:solidFill>
              </a:defRPr>
            </a:pPr>
            <a:r>
              <a:t>The assessment score for the last training session averaged 85% across the company.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Future Plans for Improving Security Infrastructure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plans to invest an additional 15% in cybersecurity infrastructure in the next fiscal year.</a:t>
            </a:r>
          </a:p>
          <a:p>
            <a:pPr>
              <a:spcAft>
                <a:spcPts val="400"/>
              </a:spcAft>
              <a:defRPr sz="1600">
                <a:solidFill>
                  <a:srgbClr val="404040"/>
                </a:solidFill>
              </a:defRPr>
            </a:pPr>
            <a:r>
              <a:t>We are in talks with cybersecurity vendors to upgrade our intrusion detection system.</a:t>
            </a:r>
          </a:p>
          <a:p>
            <a:pPr>
              <a:spcAft>
                <a:spcPts val="400"/>
              </a:spcAft>
              <a:defRPr sz="1600">
                <a:solidFill>
                  <a:srgbClr val="FF8243"/>
                </a:solidFill>
              </a:defRPr>
            </a:pPr>
            <a:r>
              <a:t>There is a plan to enhance our security operations center with AI-based threat detection.</a:t>
            </a:r>
          </a:p>
          <a:p>
            <a:pPr>
              <a:spcAft>
                <a:spcPts val="400"/>
              </a:spcAft>
              <a:defRPr sz="1600">
                <a:solidFill>
                  <a:srgbClr val="404040"/>
                </a:solidFill>
              </a:defRPr>
            </a:pPr>
            <a:r>
              <a:t>We aim to achieve ISO 27001 certification by the end of next year.</a:t>
            </a:r>
          </a:p>
          <a:p>
            <a:pPr>
              <a:spcAft>
                <a:spcPts val="400"/>
              </a:spcAft>
              <a:defRPr sz="1600">
                <a:solidFill>
                  <a:srgbClr val="404040"/>
                </a:solidFill>
              </a:defRPr>
            </a:pPr>
            <a:r>
              <a:t>In the next quarter, we will be rolling out a company-wide cybersecurity awareness campaign.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Investing in our cybersecurity team's continuous training and development is essential for Elexion's success. We must maintain our focus on these initiatives and plan for future enhancements to ensure our infrastructure remains robust and secure.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