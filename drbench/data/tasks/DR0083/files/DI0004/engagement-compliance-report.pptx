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Employee Engagement and Compliance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recent employee engagement initiatives and compliance measures. It will help us understand the participation level of our employees in company-wide activities.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Employee Engagement Activities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Implemented quarterly team-building activities to boost morale and foster collaboration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Introduced an employee recognition program to spotlight exceptional work and achievements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Offered professional development workshops and training sessions to enhance employee skills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Ensured all employees have access to necessary resources and tools for remote work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Surveyed employees bi-annually to gauge satisfaction and identify areas for improvement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Developed wellness initiatives, including fitness programs and mental health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ID Update Compliance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Developed comprehensive policies regarding employee ID and security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Conducted regular audits to ensure compliance with ID policies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Invested in security technology to prevent unauthorized access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Provided training and awareness programs on the importance of ID compliance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Implemented strict penalties for non-compliance, including warnings and potential termination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Impact of Engagement on Work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Identified a positive correlation between high engagement and improved productivity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Implemented flexible work policies, leading to increased employee satisfaction and efficiency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Found that engaged employees were more likely to participate in collaborative projects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Noted a decrease in employee turnover rates following the introduction of engagement initiatives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Discovered that employees who participated in professional development programs were more efficient in their roles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The data suggests a healthy participation in engagement activities, including ID updates. Moving forward, we must maintain this momentum and further integrate such initiatives into our corporate culture.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