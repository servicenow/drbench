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Q2 HR Onboarding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provide an overview of our HR onboarding activities in Q2. We will analyse how it impacts our overall operations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New Hires Breakdown in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total of 250 new hires joined Elexion Automotive in Q2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Engineering department saw the highest influx of new hires, with 80 new employees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The Sales and Marketing departments recruited 70 and 40 new members respectively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R&amp;D department had 30 new hires, while the remaining were scattered among other departments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age of new hires was 28 years, with a 60-40 male to female ratio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Majority of new hires were sourced from job portals and referrals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Q2 HR Onboarding Sessions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HR department introduced a new onboarding program in Q2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new onboarding program focused on integrating company culture and values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It involved department heads as speakers to give an overview of their respective departments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feedback received for the new onboarding program was predominantly positive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program included a tour of the facility and an introduction to the company's mission and vision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A mentorship initiative was also introduced as part of the onboarding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 of Onboarding on Employee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Employee efficiency showed an upward trend post onboarding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new onboarding program was found to decrease the time taken by new hires to adapt to their roles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Surveys suggested that new hires felt more welcomed and prepared after the onboarding process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15% improvement in productivity was observed in new hires after attending the onboarding sessions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well-structured onboarding program also helped to reduce the attrition rate among new hires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feedback from department heads indicated that the onboarding program helped new hires integrate faster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Understanding our onboarding sessions and their impact on efficiency gives us a better insight into our HR efforts. Going forward, we need to focus on improving these sessions for better productivity and employee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