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DC143C"/>
                </a:solidFill>
              </a:defRPr>
            </a:pPr>
            <a:r>
              <a:t>Q3 Internal Communication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internal communications during Q3. It will highlight key metrics, including the frequency of newsletters, to assess our engagement efforts.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Overview of Q3 Communication Channels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Analyzed the efficiency of social media campaigns, with a 12% increase in audience engagement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Launched a new app for customer feedback and queries, with over 5,000 downloads in the first week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Engaged with local communities through webinars and virtual talks, reaching over 1,000 attendees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Conducted weekly team meetings to discuss marketing strategies and public relations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Hosted monthly webinars featuring product launches, EV technology discussions, and sustainability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Q3 Newsletter Dispatch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Improved the newsletter layout to better highlight product features and updates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Conducted a reader survey to gather feedback on newsletter content, with a 75% response rate</a:t>
            </a:r>
          </a:p>
          <a:p>
            <a:pPr>
              <a:spcAft>
                <a:spcPts val="600"/>
              </a:spcAft>
              <a:defRPr sz="1800">
                <a:solidFill>
                  <a:srgbClr val="FFD700"/>
                </a:solidFill>
              </a:defRPr>
            </a:pPr>
            <a:r>
              <a:t>Collaborated with the design team to incorporate more interactive elements into the newsletter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Updated the newsletter distribution list to ensure it reaches all relevant stakeholders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Introduced a new section in the newsletter to feature customer testimonials and stories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Engagement Metrics for Q3 Newsletters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Open rate for newsletters increased by 8% compared to Q2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Click-through rate for newsletter links was at a steady 25%</a:t>
            </a:r>
          </a:p>
          <a:p>
            <a:pPr>
              <a:spcAft>
                <a:spcPts val="400"/>
              </a:spcAft>
              <a:defRPr sz="1600">
                <a:solidFill>
                  <a:srgbClr val="FFD700"/>
                </a:solidFill>
              </a:defRPr>
            </a:pPr>
            <a:r>
              <a:t>Received an average of 30 customer inquiries after each newsletter dispatch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Newsletter unsubscribe rate decreased by 5% compared to the previous quarter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10% increase in website traffic was observed after each newsletter release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DC143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D700"/>
                </a:solidFill>
              </a:defRPr>
            </a:pPr>
            <a:r>
              <a:t>Our Q3 internal newsletters have been a critical part of our communication strategy. Moving forward, we will continue to refine our content and delivery frequency based on these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