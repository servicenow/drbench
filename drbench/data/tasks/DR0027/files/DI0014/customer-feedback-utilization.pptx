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Q2 2024 Customer Feedback Utilization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explores our Q2 2024 strategy on leveraging customer feedback to enhance our online customer service. We will also review its impact on our response time and overall customer satisfaction.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Q2 2024 Customer Feedback</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Q2 2024, Lee’s Market received over 2,000 customer feedback forms per week</a:t>
            </a:r>
          </a:p>
          <a:p>
            <a:pPr>
              <a:spcAft>
                <a:spcPts val="600"/>
              </a:spcAft>
              <a:defRPr sz="1800">
                <a:solidFill>
                  <a:srgbClr val="404040"/>
                </a:solidFill>
              </a:defRPr>
            </a:pPr>
            <a:r>
              <a:t>65% of the feedback was related to in-store shopping experiences</a:t>
            </a:r>
          </a:p>
          <a:p>
            <a:pPr>
              <a:spcAft>
                <a:spcPts val="600"/>
              </a:spcAft>
              <a:defRPr sz="1800">
                <a:solidFill>
                  <a:srgbClr val="FFD700"/>
                </a:solidFill>
              </a:defRPr>
            </a:pPr>
            <a:r>
              <a:t>The feedback ranged across various store departments, including produce, bakery, and seafood</a:t>
            </a:r>
          </a:p>
          <a:p>
            <a:pPr>
              <a:spcAft>
                <a:spcPts val="600"/>
              </a:spcAft>
              <a:defRPr sz="1800">
                <a:solidFill>
                  <a:srgbClr val="404040"/>
                </a:solidFill>
              </a:defRPr>
            </a:pPr>
            <a:r>
              <a:t>30% of responses pointed towards product quality and pricing</a:t>
            </a:r>
          </a:p>
          <a:p>
            <a:pPr>
              <a:spcAft>
                <a:spcPts val="600"/>
              </a:spcAft>
              <a:defRPr sz="1800">
                <a:solidFill>
                  <a:srgbClr val="404040"/>
                </a:solidFill>
              </a:defRPr>
            </a:pPr>
            <a:r>
              <a:t>Feedback forms were presented in multiple languages, including English, Mandarin, Korean and Vietnamese</a:t>
            </a:r>
          </a:p>
          <a:p>
            <a:pPr>
              <a:spcAft>
                <a:spcPts val="600"/>
              </a:spcAft>
              <a:defRPr sz="1800">
                <a:solidFill>
                  <a:srgbClr val="FFD700"/>
                </a:solidFill>
              </a:defRPr>
            </a:pPr>
            <a:r>
              <a:t>Over 70% of the customers used the digital feedback form available on the website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Implementation of Feedback in Customer Service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customer service team held weekly meetings to review and analyze feedback</a:t>
            </a:r>
          </a:p>
          <a:p>
            <a:pPr>
              <a:spcAft>
                <a:spcPts val="400"/>
              </a:spcAft>
              <a:defRPr sz="1600">
                <a:solidFill>
                  <a:srgbClr val="404040"/>
                </a:solidFill>
              </a:defRPr>
            </a:pPr>
            <a:r>
              <a:t>Feedback was categorized into different themes for clearer understanding</a:t>
            </a:r>
          </a:p>
          <a:p>
            <a:pPr>
              <a:spcAft>
                <a:spcPts val="400"/>
              </a:spcAft>
              <a:defRPr sz="1600">
                <a:solidFill>
                  <a:srgbClr val="FFD700"/>
                </a:solidFill>
              </a:defRPr>
            </a:pPr>
            <a:r>
              <a:t>Efforts were made to improve in-store experiences based on feedback</a:t>
            </a:r>
          </a:p>
          <a:p>
            <a:pPr>
              <a:spcAft>
                <a:spcPts val="400"/>
              </a:spcAft>
              <a:defRPr sz="1600">
                <a:solidFill>
                  <a:srgbClr val="404040"/>
                </a:solidFill>
              </a:defRPr>
            </a:pPr>
            <a:r>
              <a:t>The customer service team underwent training to handle feedback more effectively</a:t>
            </a:r>
          </a:p>
          <a:p>
            <a:pPr>
              <a:spcAft>
                <a:spcPts val="400"/>
              </a:spcAft>
              <a:defRPr sz="1600">
                <a:solidFill>
                  <a:srgbClr val="404040"/>
                </a:solidFill>
              </a:defRPr>
            </a:pPr>
            <a:r>
              <a:t>Customer service prioritized feedback that had the highest frequency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Impact on Online Customer Inquiry Response Time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average response time for online inquiries was 24 hours in Q2 2024</a:t>
            </a:r>
          </a:p>
          <a:p>
            <a:pPr>
              <a:spcAft>
                <a:spcPts val="600"/>
              </a:spcAft>
              <a:defRPr sz="1800">
                <a:solidFill>
                  <a:srgbClr val="404040"/>
                </a:solidFill>
              </a:defRPr>
            </a:pPr>
            <a:r>
              <a:t>There was a 10% increase in online customer inquiries in Q2 2024 compared to Q1 2024</a:t>
            </a:r>
          </a:p>
          <a:p>
            <a:pPr>
              <a:spcAft>
                <a:spcPts val="600"/>
              </a:spcAft>
              <a:defRPr sz="1800">
                <a:solidFill>
                  <a:srgbClr val="FFD700"/>
                </a:solidFill>
              </a:defRPr>
            </a:pPr>
            <a:r>
              <a:t>Lee’s Market hired additional customer service staff to handle the increased volume of inquiries</a:t>
            </a:r>
          </a:p>
          <a:p>
            <a:pPr>
              <a:spcAft>
                <a:spcPts val="600"/>
              </a:spcAft>
              <a:defRPr sz="1800">
                <a:solidFill>
                  <a:srgbClr val="404040"/>
                </a:solidFill>
              </a:defRPr>
            </a:pPr>
            <a:r>
              <a:t>The company integrated a new AI chatbot to assist with handling customer inquiries</a:t>
            </a:r>
          </a:p>
          <a:p>
            <a:pPr>
              <a:spcAft>
                <a:spcPts val="600"/>
              </a:spcAft>
              <a:defRPr sz="1800">
                <a:solidFill>
                  <a:srgbClr val="404040"/>
                </a:solidFill>
              </a:defRPr>
            </a:pPr>
            <a:r>
              <a:t>The new chatbot was responsible for handling 15% of all online inquiries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Through strategic use of customer feedback, we managed to significantly reduce our online inquiry response time. Moving forward, we must continue to leverage this feedback to improve our services and maintain customer satisfaction.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