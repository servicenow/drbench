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Enhancing Customer Engagement with Conversational AI</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part of our ongoing efforts to improve customer experience, we will explore the potential of conversational AI in enhancing engagement and loyalty among our Centennial shoppers. We will also discuss the secure handling of customer interactions.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Understanding Centennial Shoppers' Expectations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social media channels experienced an influx of around 100 new followers each month, during the first quarter of 2025.</a:t>
            </a:r>
          </a:p>
          <a:p>
            <a:pPr>
              <a:spcAft>
                <a:spcPts val="600"/>
              </a:spcAft>
              <a:defRPr sz="1800">
                <a:solidFill>
                  <a:srgbClr val="404040"/>
                </a:solidFill>
              </a:defRPr>
            </a:pPr>
            <a:r>
              <a:t>Crucially, these online interactions were not merely passive, with roughly a quarter of these new followers being converted into active purchasers.</a:t>
            </a:r>
          </a:p>
          <a:p>
            <a:pPr>
              <a:spcAft>
                <a:spcPts val="600"/>
              </a:spcAft>
              <a:defRPr sz="1800">
                <a:solidFill>
                  <a:srgbClr val="FFC000"/>
                </a:solidFill>
              </a:defRPr>
            </a:pPr>
            <a:r>
              <a:t>Our use of conversational AI chatbots has proven instrumental in this conversion process, providing personalized recommendations to each new follower.</a:t>
            </a:r>
          </a:p>
          <a:p>
            <a:pPr>
              <a:spcAft>
                <a:spcPts val="600"/>
              </a:spcAft>
              <a:defRPr sz="1800">
                <a:solidFill>
                  <a:srgbClr val="404040"/>
                </a:solidFill>
              </a:defRPr>
            </a:pPr>
            <a:r>
              <a:t>The successful engagement with these new customers is an indication of the effectiveness of the implemented AI solutions.</a:t>
            </a:r>
          </a:p>
          <a:p>
            <a:pPr>
              <a:spcAft>
                <a:spcPts val="600"/>
              </a:spcAft>
              <a:defRPr sz="1800">
                <a:solidFill>
                  <a:srgbClr val="404040"/>
                </a:solidFill>
              </a:defRPr>
            </a:pPr>
            <a:r>
              <a:t>The chatbots have not only enhanced our customer engagement but have also improved the efficiency of our customer service operations.</a:t>
            </a:r>
          </a:p>
          <a:p>
            <a:pPr>
              <a:spcAft>
                <a:spcPts val="600"/>
              </a:spcAft>
              <a:defRPr sz="1800">
                <a:solidFill>
                  <a:srgbClr val="FFC000"/>
                </a:solidFill>
              </a:defRPr>
            </a:pPr>
            <a:r>
              <a:t>Moving forward, we need to continuously optimize our AI tools to maintain and increase these conversion rates.</a:t>
            </a:r>
          </a:p>
          <a:p>
            <a:pPr>
              <a:spcAft>
                <a:spcPts val="600"/>
              </a:spcAft>
              <a:defRPr sz="1800">
                <a:solidFill>
                  <a:srgbClr val="404040"/>
                </a:solidFill>
              </a:defRPr>
            </a:pPr>
            <a:r>
              <a:t>It is crucial to leverage these tools further for better customer engagement, thus driving loyalty among our Centennial shoppers.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Conversational AI in Customer Service: Opportunities and Challenges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AI can streamline customer service processes and improve efficiency.</a:t>
            </a:r>
          </a:p>
          <a:p>
            <a:pPr>
              <a:spcAft>
                <a:spcPts val="400"/>
              </a:spcAft>
              <a:defRPr sz="1600">
                <a:solidFill>
                  <a:srgbClr val="404040"/>
                </a:solidFill>
              </a:defRPr>
            </a:pPr>
            <a:r>
              <a:t>AI can be programmed to handle multiple languages and dialects.</a:t>
            </a:r>
          </a:p>
          <a:p>
            <a:pPr>
              <a:spcAft>
                <a:spcPts val="400"/>
              </a:spcAft>
              <a:defRPr sz="1600">
                <a:solidFill>
                  <a:srgbClr val="FFC000"/>
                </a:solidFill>
              </a:defRPr>
            </a:pPr>
            <a:r>
              <a:t>AI implementation requires significant investment in technology and training.</a:t>
            </a:r>
          </a:p>
          <a:p>
            <a:pPr>
              <a:spcAft>
                <a:spcPts val="400"/>
              </a:spcAft>
              <a:defRPr sz="1600">
                <a:solidFill>
                  <a:srgbClr val="404040"/>
                </a:solidFill>
              </a:defRPr>
            </a:pPr>
            <a:r>
              <a:t>There are concerns about AI's ability to understand and respond to complex inquiries.</a:t>
            </a:r>
          </a:p>
          <a:p>
            <a:pPr>
              <a:spcAft>
                <a:spcPts val="400"/>
              </a:spcAft>
              <a:defRPr sz="1600">
                <a:solidFill>
                  <a:srgbClr val="404040"/>
                </a:solidFill>
              </a:defRPr>
            </a:pPr>
            <a:r>
              <a:t>It can be challenging to ensure the AI is accurately representing the brand and its values.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Securing Customer Interactions in the AI Era</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Ensuring data privacy is a top priority in customer interactions.</a:t>
            </a:r>
          </a:p>
          <a:p>
            <a:pPr>
              <a:spcAft>
                <a:spcPts val="600"/>
              </a:spcAft>
              <a:defRPr sz="1800">
                <a:solidFill>
                  <a:srgbClr val="404040"/>
                </a:solidFill>
              </a:defRPr>
            </a:pPr>
            <a:r>
              <a:t>Strict compliance with data protection regulations is necessary.</a:t>
            </a:r>
          </a:p>
          <a:p>
            <a:pPr>
              <a:spcAft>
                <a:spcPts val="600"/>
              </a:spcAft>
              <a:defRPr sz="1800">
                <a:solidFill>
                  <a:srgbClr val="FFC000"/>
                </a:solidFill>
              </a:defRPr>
            </a:pPr>
            <a:r>
              <a:t>Regular audits of data handling practices can help maintain security.</a:t>
            </a:r>
          </a:p>
          <a:p>
            <a:pPr>
              <a:spcAft>
                <a:spcPts val="600"/>
              </a:spcAft>
              <a:defRPr sz="1800">
                <a:solidFill>
                  <a:srgbClr val="404040"/>
                </a:solidFill>
              </a:defRPr>
            </a:pPr>
            <a:r>
              <a:t>Employee training on cybersecurity best practices is crucial.</a:t>
            </a:r>
          </a:p>
          <a:p>
            <a:pPr>
              <a:spcAft>
                <a:spcPts val="600"/>
              </a:spcAft>
              <a:defRPr sz="1800">
                <a:solidFill>
                  <a:srgbClr val="404040"/>
                </a:solidFill>
              </a:defRPr>
            </a:pPr>
            <a:r>
              <a:t>Implementing advanced security measures like encryption and two-factor authentication can enhance security.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leveraging conversational AI, we can significantly improve customer engagement and loyalty among our key demographic, the Centennial shoppers. However, we must ensure the secure handling of customer interactions to maintain trust and compliance.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