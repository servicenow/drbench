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Sustainability Initiatives: Bag Usage Review 2024</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examine Lee's Market sustainability initiatives, particularly focusing on the use of reusable shopping bags throughout 2024. This will aid us in evaluating our impact on the environment and overall customer experiences.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Sustainability Initiatives Overview</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Dedicated a portion of our marketing budget to raise awareness about our sustainability efforts in 2024</a:t>
            </a:r>
          </a:p>
          <a:p>
            <a:pPr>
              <a:spcAft>
                <a:spcPts val="400"/>
              </a:spcAft>
              <a:defRPr sz="1600">
                <a:solidFill>
                  <a:srgbClr val="404040"/>
                </a:solidFill>
              </a:defRPr>
            </a:pPr>
            <a:r>
              <a:t>Implemented energy-efficient refrigeration units across 60% of our stores by Q4 2024</a:t>
            </a:r>
          </a:p>
          <a:p>
            <a:pPr>
              <a:spcAft>
                <a:spcPts val="400"/>
              </a:spcAft>
              <a:defRPr sz="1600">
                <a:solidFill>
                  <a:srgbClr val="4682B4"/>
                </a:solidFill>
              </a:defRPr>
            </a:pPr>
            <a:r>
              <a:t>Partnered with local farmers to source 30% of our produce organically</a:t>
            </a:r>
          </a:p>
          <a:p>
            <a:pPr>
              <a:spcAft>
                <a:spcPts val="400"/>
              </a:spcAft>
              <a:defRPr sz="1600">
                <a:solidFill>
                  <a:srgbClr val="404040"/>
                </a:solidFill>
              </a:defRPr>
            </a:pPr>
            <a:r>
              <a:t>Established a recycling program for packaging materials across all stores</a:t>
            </a:r>
          </a:p>
          <a:p>
            <a:pPr>
              <a:spcAft>
                <a:spcPts val="400"/>
              </a:spcAft>
              <a:defRPr sz="1600">
                <a:solidFill>
                  <a:srgbClr val="404040"/>
                </a:solidFill>
              </a:defRPr>
            </a:pPr>
            <a:r>
              <a:t>Launched a pilot 'zero waste' program in three of our flagship stores</a:t>
            </a:r>
          </a:p>
          <a:p>
            <a:pPr>
              <a:spcAft>
                <a:spcPts val="400"/>
              </a:spcAft>
              <a:defRPr sz="1600">
                <a:solidFill>
                  <a:srgbClr val="4682B4"/>
                </a:solidFill>
              </a:defRPr>
            </a:pPr>
            <a:r>
              <a:t>Invested in solar power for our distribution centers, with an aim to be 50% solar-powered by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Reusable Bag Distribution Analysis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Implemented a buy-one-get-one promotional campaign for reusable bags in Q2 2024</a:t>
            </a:r>
          </a:p>
          <a:p>
            <a:pPr>
              <a:spcAft>
                <a:spcPts val="400"/>
              </a:spcAft>
              <a:defRPr sz="1600">
                <a:solidFill>
                  <a:srgbClr val="404040"/>
                </a:solidFill>
              </a:defRPr>
            </a:pPr>
            <a:r>
              <a:t>Expanded bag designs to reflect seasonal themes and cultural events</a:t>
            </a:r>
          </a:p>
          <a:p>
            <a:pPr>
              <a:spcAft>
                <a:spcPts val="400"/>
              </a:spcAft>
              <a:defRPr sz="1600">
                <a:solidFill>
                  <a:srgbClr val="4682B4"/>
                </a:solidFill>
              </a:defRPr>
            </a:pPr>
            <a:r>
              <a:t>Increased the durability of our reusable bags in 2024</a:t>
            </a:r>
          </a:p>
          <a:p>
            <a:pPr>
              <a:spcAft>
                <a:spcPts val="400"/>
              </a:spcAft>
              <a:defRPr sz="1600">
                <a:solidFill>
                  <a:srgbClr val="404040"/>
                </a:solidFill>
              </a:defRPr>
            </a:pPr>
            <a:r>
              <a:t>Conducted a cost-benefit analysis of reusable bag production</a:t>
            </a:r>
          </a:p>
          <a:p>
            <a:pPr>
              <a:spcAft>
                <a:spcPts val="400"/>
              </a:spcAft>
              <a:defRPr sz="1600">
                <a:solidFill>
                  <a:srgbClr val="404040"/>
                </a:solidFill>
              </a:defRPr>
            </a:pPr>
            <a:r>
              <a:t>Analyzed impact of reusable bag sales on overall store revenue</a:t>
            </a:r>
          </a:p>
          <a:p>
            <a:pPr>
              <a:spcAft>
                <a:spcPts val="400"/>
              </a:spcAft>
              <a:defRPr sz="1600">
                <a:solidFill>
                  <a:srgbClr val="4682B4"/>
                </a:solidFill>
              </a:defRPr>
            </a:pPr>
            <a:r>
              <a:t>Developed partnerships with local artists for limited-edition bag designs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Customer Feedback on Reusable Bags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Conducted quarterly customer surveys to gather feedback on bag designs</a:t>
            </a:r>
          </a:p>
          <a:p>
            <a:pPr>
              <a:spcAft>
                <a:spcPts val="400"/>
              </a:spcAft>
              <a:defRPr sz="1600">
                <a:solidFill>
                  <a:srgbClr val="404040"/>
                </a:solidFill>
              </a:defRPr>
            </a:pPr>
            <a:r>
              <a:t>60% of surveyed customers appreciated the cultural designs on our bags</a:t>
            </a:r>
          </a:p>
          <a:p>
            <a:pPr>
              <a:spcAft>
                <a:spcPts val="400"/>
              </a:spcAft>
              <a:defRPr sz="1600">
                <a:solidFill>
                  <a:srgbClr val="4682B4"/>
                </a:solidFill>
              </a:defRPr>
            </a:pPr>
            <a:r>
              <a:t>Received suggestions for more size options for reusable bags</a:t>
            </a:r>
          </a:p>
          <a:p>
            <a:pPr>
              <a:spcAft>
                <a:spcPts val="400"/>
              </a:spcAft>
              <a:defRPr sz="1600">
                <a:solidFill>
                  <a:srgbClr val="404040"/>
                </a:solidFill>
              </a:defRPr>
            </a:pPr>
            <a:r>
              <a:t>Customer complaints decreased by 10% after improving bag durability</a:t>
            </a:r>
          </a:p>
          <a:p>
            <a:pPr>
              <a:spcAft>
                <a:spcPts val="400"/>
              </a:spcAft>
              <a:defRPr sz="1600">
                <a:solidFill>
                  <a:srgbClr val="404040"/>
                </a:solidFill>
              </a:defRPr>
            </a:pPr>
            <a:r>
              <a:t>Analyzed social media sentiment regarding our reusable bags</a:t>
            </a:r>
          </a:p>
          <a:p>
            <a:pPr>
              <a:spcAft>
                <a:spcPts val="400"/>
              </a:spcAft>
              <a:defRPr sz="1600">
                <a:solidFill>
                  <a:srgbClr val="4682B4"/>
                </a:solidFill>
              </a:defRPr>
            </a:pPr>
            <a:r>
              <a:t>Initiated a customer reward program tied to reusable bag 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Our 2024 sustainability review reveals an alignment between our environmental responsibility and improved customer satisfaction. Moving forward, we should continue to emphasize and expand our sustainability initiatives to further enhance our brand reputation and customer loyalty.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