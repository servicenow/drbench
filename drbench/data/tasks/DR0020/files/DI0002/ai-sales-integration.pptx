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Integrating AI Forecasting Tools in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strive to enhance our sales strategies, AI forecasting tools offer a promising avenue. This presentation will discuss how we plan to incorporate these modern tools into our sales department.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Current Sales Forecasting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Sales forecasts are generated on a monthly basis by the Sales Analysis team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forecasts are based on historical sales data and adjusted for seasonal trends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Current forecasting methods rely heavily on manual input of data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accuracy of forecasts is evaluated at the end of each quarter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Sales forecasts are utilized by various departments including merchandising, marketing, and logistics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The forecasting process includes a review of the previous month's forecast accuracy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Forecasting procedures are audited annually to ensure best practices are followed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 to AI Forecasting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tools use algorithms to predict future sales based on past data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These tools can analyze large amounts of data quickly and accurately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AI tools can identify trends and patterns that may be overlooked by human analysis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Many retail companies have started to integrate AI into their forecasting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tools can potentially save time and increase the accuracy of sales forecasts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The use of AI tools requires a certain level of technical expertise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forecasting tools are a significant investment and require careful consideration before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Integrating AI Tools into Sales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Integration of AI tools requires an initial setup and training period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Staff will need to be trained on how to use the AI tools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The integration process may cause temporary disruptions to the sales process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AI tools need to be regularly updated and maintained for optimal performance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Any issues with the AI tools can potentially affect the accuracy of sales forecasts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Integration of AI tools can potentially streamline the sales forecasting process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success of the AI integration will be evaluated after six months of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With the integration of AI forecasting tools, we will optimize our sales predictions and facilitate data-driven decision making. Let's strive to adapt and evolve, ensuring Lee's Market stays at the forefront of retail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