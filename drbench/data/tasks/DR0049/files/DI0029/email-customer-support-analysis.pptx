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Email Engagement and Customer Support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part of our efforts to improve customer experience, we've analysed our email query responses. This presentation will explore the proportion of email queries leading to customer service contact versus those resulting in abandonment.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Email Query Volume: Monthly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Q4 2024, our average monthly email query volume was approximately 6,700</a:t>
            </a:r>
          </a:p>
          <a:p>
            <a:pPr>
              <a:spcAft>
                <a:spcPts val="400"/>
              </a:spcAft>
              <a:defRPr sz="1600">
                <a:solidFill>
                  <a:srgbClr val="404040"/>
                </a:solidFill>
              </a:defRPr>
            </a:pPr>
            <a:r>
              <a:t>December saw the highest volume with over 7,500 queries</a:t>
            </a:r>
          </a:p>
          <a:p>
            <a:pPr>
              <a:spcAft>
                <a:spcPts val="400"/>
              </a:spcAft>
              <a:defRPr sz="1600">
                <a:solidFill>
                  <a:srgbClr val="FFC000"/>
                </a:solidFill>
              </a:defRPr>
            </a:pPr>
            <a:r>
              <a:t>The lowest volume was in October with about 6,000 queries</a:t>
            </a:r>
          </a:p>
          <a:p>
            <a:pPr>
              <a:spcAft>
                <a:spcPts val="400"/>
              </a:spcAft>
              <a:defRPr sz="1600">
                <a:solidFill>
                  <a:srgbClr val="404040"/>
                </a:solidFill>
              </a:defRPr>
            </a:pPr>
            <a:r>
              <a:t>MediConn's main website was the primary source of email queries</a:t>
            </a:r>
          </a:p>
          <a:p>
            <a:pPr>
              <a:spcAft>
                <a:spcPts val="400"/>
              </a:spcAft>
              <a:defRPr sz="1600">
                <a:solidFill>
                  <a:srgbClr val="404040"/>
                </a:solidFill>
              </a:defRPr>
            </a:pPr>
            <a:r>
              <a:t>Mobile app queries accounted for 30% of total volume</a:t>
            </a:r>
          </a:p>
          <a:p>
            <a:pPr>
              <a:spcAft>
                <a:spcPts val="400"/>
              </a:spcAft>
              <a:defRPr sz="1600">
                <a:solidFill>
                  <a:srgbClr val="FFC000"/>
                </a:solidFill>
              </a:defRPr>
            </a:pPr>
            <a:r>
              <a:t>Peak query times align with standard business hours, 9 am - 5 pm ET</a:t>
            </a:r>
          </a:p>
          <a:p>
            <a:pPr>
              <a:spcAft>
                <a:spcPts val="400"/>
              </a:spcAft>
              <a:defRPr sz="1600">
                <a:solidFill>
                  <a:srgbClr val="404040"/>
                </a:solidFill>
              </a:defRPr>
            </a:pPr>
            <a:r>
              <a:t>We observed a 15% increase in email query volume compared to Q3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Customer Service Engagement: Post-Email Query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average response time to email queries was 45 minutes</a:t>
            </a:r>
          </a:p>
          <a:p>
            <a:pPr>
              <a:spcAft>
                <a:spcPts val="600"/>
              </a:spcAft>
              <a:defRPr sz="1800">
                <a:solidFill>
                  <a:srgbClr val="404040"/>
                </a:solidFill>
              </a:defRPr>
            </a:pPr>
            <a:r>
              <a:t>Customer satisfaction scores averaged 4.2 out of 5 post-email engagement</a:t>
            </a:r>
          </a:p>
          <a:p>
            <a:pPr>
              <a:spcAft>
                <a:spcPts val="600"/>
              </a:spcAft>
              <a:defRPr sz="1800">
                <a:solidFill>
                  <a:srgbClr val="FFC000"/>
                </a:solidFill>
              </a:defRPr>
            </a:pPr>
            <a:r>
              <a:t>70% of queries were resolved within the first interaction</a:t>
            </a:r>
          </a:p>
          <a:p>
            <a:pPr>
              <a:spcAft>
                <a:spcPts val="600"/>
              </a:spcAft>
              <a:defRPr sz="1800">
                <a:solidFill>
                  <a:srgbClr val="404040"/>
                </a:solidFill>
              </a:defRPr>
            </a:pPr>
            <a:r>
              <a:t>The most common post-query engagement channels were phone calls and live chat</a:t>
            </a:r>
          </a:p>
          <a:p>
            <a:pPr>
              <a:spcAft>
                <a:spcPts val="600"/>
              </a:spcAft>
              <a:defRPr sz="1800">
                <a:solidFill>
                  <a:srgbClr val="404040"/>
                </a:solidFill>
              </a:defRPr>
            </a:pPr>
            <a:r>
              <a:t>Our customer service team operates on a 24/7 schedule to ensure prompt responses</a:t>
            </a:r>
          </a:p>
          <a:p>
            <a:pPr>
              <a:spcAft>
                <a:spcPts val="600"/>
              </a:spcAft>
              <a:defRPr sz="1800">
                <a:solidFill>
                  <a:srgbClr val="FFC000"/>
                </a:solidFill>
              </a:defRPr>
            </a:pPr>
            <a:r>
              <a:t>The majority of queries were related to technical issues and account management</a:t>
            </a:r>
          </a:p>
          <a:p>
            <a:pPr>
              <a:spcAft>
                <a:spcPts val="600"/>
              </a:spcAft>
              <a:defRPr sz="1800">
                <a:solidFill>
                  <a:srgbClr val="404040"/>
                </a:solidFill>
              </a:defRPr>
            </a:pPr>
            <a:r>
              <a:t>Our customer service representatives undergo regular training to handle diverse queries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Understanding Customer Query Abandonment Rates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Abandoned queries are typically due to complex procedures or lack of immediate responses</a:t>
            </a:r>
          </a:p>
          <a:p>
            <a:pPr>
              <a:spcAft>
                <a:spcPts val="600"/>
              </a:spcAft>
              <a:defRPr sz="1800">
                <a:solidFill>
                  <a:srgbClr val="404040"/>
                </a:solidFill>
              </a:defRPr>
            </a:pPr>
            <a:r>
              <a:t>We are implementing AI chatbots to assist with immediate query responses</a:t>
            </a:r>
          </a:p>
          <a:p>
            <a:pPr>
              <a:spcAft>
                <a:spcPts val="600"/>
              </a:spcAft>
              <a:defRPr sz="1800">
                <a:solidFill>
                  <a:srgbClr val="FFC000"/>
                </a:solidFill>
              </a:defRPr>
            </a:pPr>
            <a:r>
              <a:t>Our team is working on simplifying procedures to reduce abandonment rates</a:t>
            </a:r>
          </a:p>
          <a:p>
            <a:pPr>
              <a:spcAft>
                <a:spcPts val="600"/>
              </a:spcAft>
              <a:defRPr sz="1800">
                <a:solidFill>
                  <a:srgbClr val="404040"/>
                </a:solidFill>
              </a:defRPr>
            </a:pPr>
            <a:r>
              <a:t>Regular customer feedback is collected to understand reasons for abandonment</a:t>
            </a:r>
          </a:p>
          <a:p>
            <a:pPr>
              <a:spcAft>
                <a:spcPts val="600"/>
              </a:spcAft>
              <a:defRPr sz="1800">
                <a:solidFill>
                  <a:srgbClr val="404040"/>
                </a:solidFill>
              </a:defRPr>
            </a:pPr>
            <a:r>
              <a:t>High query abandonment rates occur during peak business hours</a:t>
            </a:r>
          </a:p>
          <a:p>
            <a:pPr>
              <a:spcAft>
                <a:spcPts val="600"/>
              </a:spcAft>
              <a:defRPr sz="1800">
                <a:solidFill>
                  <a:srgbClr val="FFC000"/>
                </a:solidFill>
              </a:defRPr>
            </a:pPr>
            <a:r>
              <a:t>We are considering expanding our customer service team to handle peak hour volumes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C000"/>
                </a:solidFill>
              </a:defRPr>
            </a:pPr>
            <a:r>
              <a:t>Our analysis shows a significant portion of email queries leading to customer service contact. There is a need to streamline our email response system to reduce query abandonment and improve customer service.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