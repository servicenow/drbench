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Optimizing Patient Booking Experience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Our commitment to providing accessible healthcare has been challenged by recent feedback on our booking processes. This presentation will explore the potential issues and identify improvement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Analyzing MediConn's Current Booking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Q4 2024 data shows that customers face an average delay of 12 minutes to reach a customer service representative during peak hours.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some instances, this wait time escalates to as high as 25 minutes, potentially causing frustration and impacting our customer satisfaction ratings.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These delays are most pronounced during peak hours, which run from 9 AM to 12 PM EST.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High wait times might be indicative of convoluted customer service processes that need streamlining or the lack of efficient patient-facing care management tools.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report from PatientEngagementHIT highlights that 60% of patients struggle with poor online booking tools and complex call center procedures.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We need to explore whether the root cause lies in our booking platform's design or in the customer support processes.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goal should be to reduce wait times and improve the patient experience by simplifying processes or enhancing our digital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Evaluating Customer Support Interaction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MediConn's customer support department is made up of 50 representatives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department is divided into two shifts to provide 24/7 support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customer support team utilizes CRM software, CareSupport, to manage calls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Representatives undergo quarterly training for soft skills and technical knowledge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average call duration is approximately 4 minutes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customer support department resolved over 10,000 tickets in 2021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department has a first-call resolution rate of 78%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Identifying Root Causes of Patient Booking Struggles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2021, 3% of all calls were related to booking struggles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majority of booking struggles were reported by patients over the age of 60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Most commonly, booking struggles were due to internet connectivity issues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Phone booking requests are handled by a dedicated team of 10 representatives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conducts bi-annual surveys to understand patient experiences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MediConn offers a user guide and tutorial videos to assist with online booking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Less than 1% of patients reported struggles with the corporate booking feature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By identifying the weaknesses in our booking system and customer support processes, we can implement targeted improvements. This will ultimately enhance patient experience and drive higher customer retention.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