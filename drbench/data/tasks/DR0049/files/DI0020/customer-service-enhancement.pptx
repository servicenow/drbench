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Customer Service Enhancement: Conflict Resolution Focus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our company continues to expand, the quality of our customer service becomes increasingly vital. This presentation will explore our current status in terms of conflict resolution certification among our representatives.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Current Customer Service Capabilities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2020, we rolled out a new customer relationship management (CRM) system</a:t>
            </a:r>
          </a:p>
          <a:p>
            <a:pPr>
              <a:spcAft>
                <a:spcPts val="400"/>
              </a:spcAft>
              <a:defRPr sz="1600">
                <a:solidFill>
                  <a:srgbClr val="404040"/>
                </a:solidFill>
              </a:defRPr>
            </a:pPr>
            <a:r>
              <a:t>By 2024, we increased our customer service team by 50%</a:t>
            </a:r>
          </a:p>
          <a:p>
            <a:pPr>
              <a:spcAft>
                <a:spcPts val="400"/>
              </a:spcAft>
              <a:defRPr sz="1600">
                <a:solidFill>
                  <a:srgbClr val="FFA500"/>
                </a:solidFill>
              </a:defRPr>
            </a:pPr>
            <a:r>
              <a:t>Our bilingual customer service representatives make up 30% of the team</a:t>
            </a:r>
          </a:p>
          <a:p>
            <a:pPr>
              <a:spcAft>
                <a:spcPts val="400"/>
              </a:spcAft>
              <a:defRPr sz="1600">
                <a:solidFill>
                  <a:srgbClr val="404040"/>
                </a:solidFill>
              </a:defRPr>
            </a:pPr>
            <a:r>
              <a:t>Last year, we reduced average call wait time by 10%</a:t>
            </a:r>
          </a:p>
          <a:p>
            <a:pPr>
              <a:spcAft>
                <a:spcPts val="400"/>
              </a:spcAft>
              <a:defRPr sz="1600">
                <a:solidFill>
                  <a:srgbClr val="404040"/>
                </a:solidFill>
              </a:defRPr>
            </a:pPr>
            <a:r>
              <a:t>We use AI-powered chatbots to handle basic customer inquiries</a:t>
            </a:r>
          </a:p>
          <a:p>
            <a:pPr>
              <a:spcAft>
                <a:spcPts val="400"/>
              </a:spcAft>
              <a:defRPr sz="1600">
                <a:solidFill>
                  <a:srgbClr val="FFA500"/>
                </a:solidFill>
              </a:defRPr>
            </a:pPr>
            <a:r>
              <a:t>Our team is trained to handle sensitive health-related inquiries, adhering to privacy laws and regulations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Conflict Resolution Certification Status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training program includes modules on conflict resolution</a:t>
            </a:r>
          </a:p>
          <a:p>
            <a:pPr>
              <a:spcAft>
                <a:spcPts val="600"/>
              </a:spcAft>
              <a:defRPr sz="1800">
                <a:solidFill>
                  <a:srgbClr val="404040"/>
                </a:solidFill>
              </a:defRPr>
            </a:pPr>
            <a:r>
              <a:t>We partnered with a renowned training institute in 2023 for this program</a:t>
            </a:r>
          </a:p>
          <a:p>
            <a:pPr>
              <a:spcAft>
                <a:spcPts val="600"/>
              </a:spcAft>
              <a:defRPr sz="1800">
                <a:solidFill>
                  <a:srgbClr val="FFA500"/>
                </a:solidFill>
              </a:defRPr>
            </a:pPr>
            <a:r>
              <a:t>The program also covers topics like customer de-escalation and empathy</a:t>
            </a:r>
          </a:p>
          <a:p>
            <a:pPr>
              <a:spcAft>
                <a:spcPts val="600"/>
              </a:spcAft>
              <a:defRPr sz="1800">
                <a:solidFill>
                  <a:srgbClr val="404040"/>
                </a:solidFill>
              </a:defRPr>
            </a:pPr>
            <a:r>
              <a:t>In 2024, we implemented an annual refresher course for this training</a:t>
            </a:r>
          </a:p>
          <a:p>
            <a:pPr>
              <a:spcAft>
                <a:spcPts val="600"/>
              </a:spcAft>
              <a:defRPr sz="1800">
                <a:solidFill>
                  <a:srgbClr val="404040"/>
                </a:solidFill>
              </a:defRPr>
            </a:pPr>
            <a:r>
              <a:t>We have seen a 20% decrease in customer complaints since rolling out this program</a:t>
            </a:r>
          </a:p>
          <a:p>
            <a:pPr>
              <a:spcAft>
                <a:spcPts val="600"/>
              </a:spcAft>
              <a:defRPr sz="1800">
                <a:solidFill>
                  <a:srgbClr val="FFA500"/>
                </a:solidFill>
              </a:defRPr>
            </a:pPr>
            <a:r>
              <a:t>The training program has been highly rated by our customer service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Implications for Customer Experience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Net Promoter Score (NPS) increased by 15% in 2024</a:t>
            </a:r>
          </a:p>
          <a:p>
            <a:pPr>
              <a:spcAft>
                <a:spcPts val="600"/>
              </a:spcAft>
              <a:defRPr sz="1800">
                <a:solidFill>
                  <a:srgbClr val="404040"/>
                </a:solidFill>
              </a:defRPr>
            </a:pPr>
            <a:r>
              <a:t>We have noticed a positive correlation between customer satisfaction and the use of our digital platforms</a:t>
            </a:r>
          </a:p>
          <a:p>
            <a:pPr>
              <a:spcAft>
                <a:spcPts val="600"/>
              </a:spcAft>
              <a:defRPr sz="1800">
                <a:solidFill>
                  <a:srgbClr val="FFA500"/>
                </a:solidFill>
              </a:defRPr>
            </a:pPr>
            <a:r>
              <a:t>In 2023, we implemented a feedback system to improve our services</a:t>
            </a:r>
          </a:p>
          <a:p>
            <a:pPr>
              <a:spcAft>
                <a:spcPts val="600"/>
              </a:spcAft>
              <a:defRPr sz="1800">
                <a:solidFill>
                  <a:srgbClr val="404040"/>
                </a:solidFill>
              </a:defRPr>
            </a:pPr>
            <a:r>
              <a:t>We have seen a decrease in customer churn since implementing our training programs</a:t>
            </a:r>
          </a:p>
          <a:p>
            <a:pPr>
              <a:spcAft>
                <a:spcPts val="600"/>
              </a:spcAft>
              <a:defRPr sz="1800">
                <a:solidFill>
                  <a:srgbClr val="404040"/>
                </a:solidFill>
              </a:defRPr>
            </a:pPr>
            <a:r>
              <a:t>Our customer retention rate has improved by 25% over the last two years</a:t>
            </a:r>
          </a:p>
          <a:p>
            <a:pPr>
              <a:spcAft>
                <a:spcPts val="600"/>
              </a:spcAft>
              <a:defRPr sz="1800">
                <a:solidFill>
                  <a:srgbClr val="FFA500"/>
                </a:solidFill>
              </a:defRPr>
            </a:pPr>
            <a:r>
              <a:t>Our customer service team's first-call resolution rate is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A500"/>
                </a:solidFill>
              </a:defRPr>
            </a:pPr>
            <a:r>
              <a:t>Investing in conflict resolution certification for our customer service representatives is critical for better customer experience. We will explore strategies to increase the percentage of certified representatives in our customer service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