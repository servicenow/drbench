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8080"/>
                </a:solidFill>
              </a:defRPr>
            </a:pPr>
            <a:r>
              <a:t>Website Traffic Analysis 2025</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aims to provide an in-depth analysis of our website traffic for the year 2025. The insights gathered will guide our digital marketing strategies moving forward.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Review of Digital Marketing Efforts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 2024, the marketing department focused on enhancing SEO efforts</a:t>
            </a:r>
          </a:p>
          <a:p>
            <a:pPr>
              <a:spcAft>
                <a:spcPts val="400"/>
              </a:spcAft>
              <a:defRPr sz="1600">
                <a:solidFill>
                  <a:srgbClr val="404040"/>
                </a:solidFill>
              </a:defRPr>
            </a:pPr>
            <a:r>
              <a:t>Social media campaigns increased by 15% in the past year</a:t>
            </a:r>
          </a:p>
          <a:p>
            <a:pPr>
              <a:spcAft>
                <a:spcPts val="400"/>
              </a:spcAft>
              <a:defRPr sz="1600">
                <a:solidFill>
                  <a:srgbClr val="FF6347"/>
                </a:solidFill>
              </a:defRPr>
            </a:pPr>
            <a:r>
              <a:t>Email marketing campaigns reached an open rate of 20% in Q4 2024</a:t>
            </a:r>
          </a:p>
          <a:p>
            <a:pPr>
              <a:spcAft>
                <a:spcPts val="400"/>
              </a:spcAft>
              <a:defRPr sz="1600">
                <a:solidFill>
                  <a:srgbClr val="404040"/>
                </a:solidFill>
              </a:defRPr>
            </a:pPr>
            <a:r>
              <a:t>Online ad spend increased by 10% in 2025 to widen reach</a:t>
            </a:r>
          </a:p>
          <a:p>
            <a:pPr>
              <a:spcAft>
                <a:spcPts val="400"/>
              </a:spcAft>
              <a:defRPr sz="1600">
                <a:solidFill>
                  <a:srgbClr val="404040"/>
                </a:solidFill>
              </a:defRPr>
            </a:pPr>
            <a:r>
              <a:t>Content marketing strategy revamped to include more healthcare-related blogs and articles</a:t>
            </a:r>
          </a:p>
          <a:p>
            <a:pPr>
              <a:spcAft>
                <a:spcPts val="400"/>
              </a:spcAft>
              <a:defRPr sz="1600">
                <a:solidFill>
                  <a:srgbClr val="FF6347"/>
                </a:solidFill>
              </a:defRPr>
            </a:pPr>
            <a:r>
              <a:t>The use of influencer marketing was trialled in Q2 2025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Detailed Website Traffic Overview</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website underwent a redesign in Q1 2025</a:t>
            </a:r>
          </a:p>
          <a:p>
            <a:pPr>
              <a:spcAft>
                <a:spcPts val="600"/>
              </a:spcAft>
              <a:defRPr sz="1800">
                <a:solidFill>
                  <a:srgbClr val="404040"/>
                </a:solidFill>
              </a:defRPr>
            </a:pPr>
            <a:r>
              <a:t>80% of website traffic in 2024 was from organic search</a:t>
            </a:r>
          </a:p>
          <a:p>
            <a:pPr>
              <a:spcAft>
                <a:spcPts val="600"/>
              </a:spcAft>
              <a:defRPr sz="1800">
                <a:solidFill>
                  <a:srgbClr val="FF6347"/>
                </a:solidFill>
              </a:defRPr>
            </a:pPr>
            <a:r>
              <a:t>Bounce rate improved by 5% after implementing new website design</a:t>
            </a:r>
          </a:p>
          <a:p>
            <a:pPr>
              <a:spcAft>
                <a:spcPts val="600"/>
              </a:spcAft>
              <a:defRPr sz="1800">
                <a:solidFill>
                  <a:srgbClr val="404040"/>
                </a:solidFill>
              </a:defRPr>
            </a:pPr>
            <a:r>
              <a:t>The website was optimized for mobile usage, accounting for 60% of the traffic</a:t>
            </a:r>
          </a:p>
          <a:p>
            <a:pPr>
              <a:spcAft>
                <a:spcPts val="600"/>
              </a:spcAft>
              <a:defRPr sz="1800">
                <a:solidFill>
                  <a:srgbClr val="404040"/>
                </a:solidFill>
              </a:defRPr>
            </a:pPr>
            <a:r>
              <a:t>Page load times decreased by 20% after website optimization</a:t>
            </a:r>
          </a:p>
          <a:p>
            <a:pPr>
              <a:spcAft>
                <a:spcPts val="600"/>
              </a:spcAft>
              <a:defRPr sz="1800">
                <a:solidFill>
                  <a:srgbClr val="FF6347"/>
                </a:solidFill>
              </a:defRPr>
            </a:pPr>
            <a:r>
              <a:t>Introduced live chat support on the website in Q3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User Engagement and Conversion Rates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User session duration increased by 10% in 2025</a:t>
            </a:r>
          </a:p>
          <a:p>
            <a:pPr>
              <a:spcAft>
                <a:spcPts val="600"/>
              </a:spcAft>
              <a:defRPr sz="1800">
                <a:solidFill>
                  <a:srgbClr val="404040"/>
                </a:solidFill>
              </a:defRPr>
            </a:pPr>
            <a:r>
              <a:t>The average number of pages viewed per session was 3 in 2025</a:t>
            </a:r>
          </a:p>
          <a:p>
            <a:pPr>
              <a:spcAft>
                <a:spcPts val="600"/>
              </a:spcAft>
              <a:defRPr sz="1800">
                <a:solidFill>
                  <a:srgbClr val="FF6347"/>
                </a:solidFill>
              </a:defRPr>
            </a:pPr>
            <a:r>
              <a:t>Conversion rate improved by 2% after implementing new user interface</a:t>
            </a:r>
          </a:p>
          <a:p>
            <a:pPr>
              <a:spcAft>
                <a:spcPts val="600"/>
              </a:spcAft>
              <a:defRPr sz="1800">
                <a:solidFill>
                  <a:srgbClr val="404040"/>
                </a:solidFill>
              </a:defRPr>
            </a:pPr>
            <a:r>
              <a:t>A/B testing conducted for landing pages showed a 15% increase in conversions</a:t>
            </a:r>
          </a:p>
          <a:p>
            <a:pPr>
              <a:spcAft>
                <a:spcPts val="600"/>
              </a:spcAft>
              <a:defRPr sz="1800">
                <a:solidFill>
                  <a:srgbClr val="404040"/>
                </a:solidFill>
              </a:defRPr>
            </a:pPr>
            <a:r>
              <a:t>Cart abandonment rate decreased by 5% in Q4 2025</a:t>
            </a:r>
          </a:p>
          <a:p>
            <a:pPr>
              <a:spcAft>
                <a:spcPts val="600"/>
              </a:spcAft>
              <a:defRPr sz="1800">
                <a:solidFill>
                  <a:srgbClr val="FF6347"/>
                </a:solidFill>
              </a:defRPr>
            </a:pPr>
            <a:r>
              <a:t>User feedback survey conducted in Q2 2025 showed a 90% satisfaction rate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6347"/>
                </a:solidFill>
              </a:defRPr>
            </a:pPr>
            <a:r>
              <a:t>Our website has seen significant traffic this past year, informing us of key areas to focus our digital marketing efforts. Moving forward, we will continue to optimize our website to improve user engagement and conversion rates.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