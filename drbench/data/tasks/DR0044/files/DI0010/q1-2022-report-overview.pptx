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7030A0"/>
                </a:solidFill>
              </a:defRPr>
            </a:pPr>
            <a:r>
              <a:t>Q1 2022 Market Analysis Report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overview of the Q1 2022 Market Analysis Report submitted by Emily Chen. It offers insights into the report's length, content, and impact on our strategic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Content Breakdown of Q1 2022 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Analysis included detailed comparison of different virtual healthcare platforms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Identified key trends in telehealth usage across Canada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Focused on the impact of COVID-19 on the shift to virtual healthcare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Reviewed recent legislative changes affecting remote healthcare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Included a competitive analysis of top 10 virtual healthcare providers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Explored potential partnerships and collaborations in the industry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Length and Structure of Q1 2022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report was divided into several sections, each focusing on a specific aspect of the market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comprehensive executive summary provided an overview of key findings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Detailed data analysis and interpretation section was included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report concluded with strategic recommendations based on the analysis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Appendices contained raw data and additional resources for further reading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Implication of Q1 2022 Market Analysis 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report's findings influenced MediConn's strategic planning for the year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Identified areas of potential growth and expansion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Suggested improving user interface of the digital platform for better user experience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Recommended a targeted marketing campaign to increase market share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Proposed collaborations with other healthcare providers to extend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The comprehensive market analysis report provides valuable insights for our strategic planning. As we move forward, we should consider these findings and their implications on our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