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Competitor Advertising Spend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strategize to expand our market presence, understanding our competitors' advertising spend is crucial. This analysis will help us make informed budgeting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Overview of Virtual Healthcare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Virtual healthcare market is expected to grow by 20% annually through 2028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2024, 35% of Canadians used virtual healthcare services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Mobile apps constitute 60% of virtual healthcare platforms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COVID-19 pandemic accelerated the adoption of virtual healthcare by 3 years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elderly population represents the fastest-growing user segment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Consumer satisfaction with virtual healthcare has increased by 25% since 2020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70% of routine check-ups could potentially be done virtually by 2030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Competitive Landscape in Virtual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There are over 500 virtual healthcare providers in Canada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Top 5 providers hold 60% market share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MediConn Solutions is currently 4th in market share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market is highly fragmented beyond the top 5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Regulatory compliance is a major differentiator for providers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Customer service and ease of use are key competitive factors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New entrants are disrupting the market with innovative offerings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Advertising Spend of Key 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Most competitors use a mix of digital and traditional advertising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Social media is the most popular advertising platform for this industry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Influencer marketing is gaining popularity among competitors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Some competitors have begun using AI to optimize their ad campaigns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Larger competitors tend to have larger advertising budgets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Advertising strategies vary widely in this industry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Insights from our competitors' advertising spend provide a benchmark for our own investment. With this knowledge, we can refine our marketing strategy to effectively reach our target audience.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