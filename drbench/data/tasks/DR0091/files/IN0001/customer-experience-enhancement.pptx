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B050"/>
                </a:solidFill>
              </a:defRPr>
            </a:pPr>
            <a:r>
              <a:t>Enhancing Customer Experience at Lee's Market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strive for superior financial performance, it's crucial we focus on enhancing the overall customer experience. This presentation outlines potential customer service improvements we could implement by 2026 to make our customers feel more valued.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Current Customer Service Landscape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As of Q4 2025, customer service agents at Lee's Market spent an average of 1.8 minutes per call collecting redundant client information.</a:t>
            </a:r>
          </a:p>
          <a:p>
            <a:pPr>
              <a:spcAft>
                <a:spcPts val="400"/>
              </a:spcAft>
              <a:defRPr sz="1600">
                <a:solidFill>
                  <a:srgbClr val="404040"/>
                </a:solidFill>
              </a:defRPr>
            </a:pPr>
            <a:r>
              <a:t>This time consumption represents 17% of the average call duration for escalated tickets.</a:t>
            </a:r>
          </a:p>
          <a:p>
            <a:pPr>
              <a:spcAft>
                <a:spcPts val="400"/>
              </a:spcAft>
              <a:defRPr sz="1600">
                <a:solidFill>
                  <a:srgbClr val="FF8243"/>
                </a:solidFill>
              </a:defRPr>
            </a:pPr>
            <a:r>
              <a:t>The repetition of customer information results in a significant waste of resources, negatively impacting customer experience.</a:t>
            </a:r>
          </a:p>
          <a:p>
            <a:pPr>
              <a:spcAft>
                <a:spcPts val="400"/>
              </a:spcAft>
              <a:defRPr sz="1600">
                <a:solidFill>
                  <a:srgbClr val="404040"/>
                </a:solidFill>
              </a:defRPr>
            </a:pPr>
            <a:r>
              <a:t>The introduction of a unified Customer Data Platform (CDP) by Q2 2026 would help streamline this process.</a:t>
            </a:r>
          </a:p>
          <a:p>
            <a:pPr>
              <a:spcAft>
                <a:spcPts val="400"/>
              </a:spcAft>
              <a:defRPr sz="1600">
                <a:solidFill>
                  <a:srgbClr val="404040"/>
                </a:solidFill>
              </a:defRPr>
            </a:pPr>
            <a:r>
              <a:t>The CDP implementation is projected to save approximately 1.1 minutes per call, enhancing efficiency.</a:t>
            </a:r>
          </a:p>
          <a:p>
            <a:pPr>
              <a:spcAft>
                <a:spcPts val="400"/>
              </a:spcAft>
              <a:defRPr sz="1600">
                <a:solidFill>
                  <a:srgbClr val="FF8243"/>
                </a:solidFill>
              </a:defRPr>
            </a:pPr>
            <a:r>
              <a:t>This reduction in call time is expected to translate into an estimated annual labor cost saving of $75,000 in the contact center.</a:t>
            </a:r>
          </a:p>
          <a:p>
            <a:pPr>
              <a:spcAft>
                <a:spcPts val="400"/>
              </a:spcAft>
              <a:defRPr sz="1600">
                <a:solidFill>
                  <a:srgbClr val="404040"/>
                </a:solidFill>
              </a:defRPr>
            </a:pPr>
            <a:r>
              <a:t>The savings and efficiency gains will allow agents to focus more on personalized customer interactions, improving overall customer experience.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Innovative Customer Recognition Approaches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Some retailers have started using facial recognition technology</a:t>
            </a:r>
          </a:p>
          <a:p>
            <a:pPr>
              <a:spcAft>
                <a:spcPts val="600"/>
              </a:spcAft>
              <a:defRPr sz="1800">
                <a:solidFill>
                  <a:srgbClr val="404040"/>
                </a:solidFill>
              </a:defRPr>
            </a:pPr>
            <a:r>
              <a:t>Personalized marketing campaigns based on customer purchase history are becoming more prevalent</a:t>
            </a:r>
          </a:p>
          <a:p>
            <a:pPr>
              <a:spcAft>
                <a:spcPts val="600"/>
              </a:spcAft>
              <a:defRPr sz="1800">
                <a:solidFill>
                  <a:srgbClr val="FF8243"/>
                </a:solidFill>
              </a:defRPr>
            </a:pPr>
            <a:r>
              <a:t>Retailers are starting to use AI chatbots for 24/7 customer support</a:t>
            </a:r>
          </a:p>
          <a:p>
            <a:pPr>
              <a:spcAft>
                <a:spcPts val="600"/>
              </a:spcAft>
              <a:defRPr sz="1800">
                <a:solidFill>
                  <a:srgbClr val="404040"/>
                </a:solidFill>
              </a:defRPr>
            </a:pPr>
            <a:r>
              <a:t>Mobile apps with tailored offers based on customer location and preferences are being developed</a:t>
            </a:r>
          </a:p>
          <a:p>
            <a:pPr>
              <a:spcAft>
                <a:spcPts val="600"/>
              </a:spcAft>
              <a:defRPr sz="1800">
                <a:solidFill>
                  <a:srgbClr val="404040"/>
                </a:solidFill>
              </a:defRPr>
            </a:pPr>
            <a:r>
              <a:t>Some businesses are using gamification to encourage customer engagement</a:t>
            </a:r>
          </a:p>
          <a:p>
            <a:pPr>
              <a:spcAft>
                <a:spcPts val="600"/>
              </a:spcAft>
              <a:defRPr sz="1800">
                <a:solidFill>
                  <a:srgbClr val="FF8243"/>
                </a:solidFill>
              </a:defRPr>
            </a:pPr>
            <a:r>
              <a:t>VR/AR technologies are being adopted in the retail industry to enhance customer experience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Implementation Strategy: 2026 Vision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Lee's Market plans to digitize all in-store operations by 2026</a:t>
            </a:r>
          </a:p>
          <a:p>
            <a:pPr>
              <a:spcAft>
                <a:spcPts val="600"/>
              </a:spcAft>
              <a:defRPr sz="1800">
                <a:solidFill>
                  <a:srgbClr val="404040"/>
                </a:solidFill>
              </a:defRPr>
            </a:pPr>
            <a:r>
              <a:t>The company aims to open 50 new stores by 2026</a:t>
            </a:r>
          </a:p>
          <a:p>
            <a:pPr>
              <a:spcAft>
                <a:spcPts val="600"/>
              </a:spcAft>
              <a:defRPr sz="1800">
                <a:solidFill>
                  <a:srgbClr val="FF8243"/>
                </a:solidFill>
              </a:defRPr>
            </a:pPr>
            <a:r>
              <a:t>Lee's Market plans to expand its online presence and aims to increase online sales by 30% by 2026</a:t>
            </a:r>
          </a:p>
          <a:p>
            <a:pPr>
              <a:spcAft>
                <a:spcPts val="600"/>
              </a:spcAft>
              <a:defRPr sz="1800">
                <a:solidFill>
                  <a:srgbClr val="404040"/>
                </a:solidFill>
              </a:defRPr>
            </a:pPr>
            <a:r>
              <a:t>The company aims to reduce its carbon footprint by 20% by 2026</a:t>
            </a:r>
          </a:p>
          <a:p>
            <a:pPr>
              <a:spcAft>
                <a:spcPts val="600"/>
              </a:spcAft>
              <a:defRPr sz="1800">
                <a:solidFill>
                  <a:srgbClr val="404040"/>
                </a:solidFill>
              </a:defRPr>
            </a:pPr>
            <a:r>
              <a:t>By 2026, the company aims to increase the share of private-label products to 50% of total sales</a:t>
            </a:r>
          </a:p>
          <a:p>
            <a:pPr>
              <a:spcAft>
                <a:spcPts val="600"/>
              </a:spcAft>
              <a:defRPr sz="1800">
                <a:solidFill>
                  <a:srgbClr val="FF8243"/>
                </a:solidFill>
              </a:defRPr>
            </a:pPr>
            <a:r>
              <a:t>The company plans to invest in employee training and development programs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243"/>
                </a:solidFill>
              </a:defRPr>
            </a:pPr>
            <a:r>
              <a:t>By focusing on customer recognition and value, we can enhance our customer service experience and drive financial success. Let's start planning these improvements now to ensure a successful implementation by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