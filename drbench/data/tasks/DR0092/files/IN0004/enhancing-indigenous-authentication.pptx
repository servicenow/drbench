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228B22"/>
                </a:solidFill>
              </a:defRPr>
            </a:pPr>
            <a:r>
              <a:t>Enhancing Authentication for Indigenous Patients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As MediConn Solutions continues to expand its reach, it is crucial to consider the unique needs of our Indigenous patients living in low-connectivity environments. This presentation explores potential compliance controls to ensure secure authentication and patient verification.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Current Authentication Measures: An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 FY2025, our efforts towards strengthening secure authentication protocols received a budgetary allocation of 9% from the total compliance and cybersecurity budget.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This allocation translated to a significant investment of approximately $1.2M CAD, primarily focused on advancing the authentication infrastructure.</a:t>
            </a:r>
          </a:p>
          <a:p>
            <a:pPr>
              <a:spcAft>
                <a:spcPts val="600"/>
              </a:spcAft>
              <a:defRPr sz="1800">
                <a:solidFill>
                  <a:srgbClr val="FF8C00"/>
                </a:solidFill>
              </a:defRPr>
            </a:pPr>
            <a:r>
              <a:t>These efforts underscore our commitment to meet and exceed regulatory expectations for secure digital identity verification, particularly for Indigenous patients.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However, our investment in authentication controls may not be sufficient to keep pace with the evolving regulatory landscape, potentially impacting our ability to ensure secure patient verification.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Looking ahead, we need to reassess our budget allocation for FY2026, with a focus on enhancing the security of our authentication systems for patients in low-connectivity environments.</a:t>
            </a:r>
          </a:p>
          <a:p>
            <a:pPr>
              <a:spcAft>
                <a:spcPts val="600"/>
              </a:spcAft>
              <a:defRPr sz="1800">
                <a:solidFill>
                  <a:srgbClr val="FF8C00"/>
                </a:solidFill>
              </a:defRPr>
            </a:pPr>
            <a:r>
              <a:t>This strategic reallocation of resources will be crucial to uphold our commitment to providing reliable and secure remote healthcare services to all our patients, regardless of their 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Challenges in Low-Connectivity Environments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Internet connectivity issues can disrupt video consultations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Poor connectivity can prevent uploads of patient data in real-time</a:t>
            </a:r>
          </a:p>
          <a:p>
            <a:pPr>
              <a:spcAft>
                <a:spcPts val="400"/>
              </a:spcAft>
              <a:defRPr sz="1600">
                <a:solidFill>
                  <a:srgbClr val="FF8C00"/>
                </a:solidFill>
              </a:defRPr>
            </a:pPr>
            <a:r>
              <a:t>Real-time monitoring of patient's health can be challenging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Limitations in bandwidth make it difficult to use high-resolution imaging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Patients' digital literacy might be low in these environments</a:t>
            </a:r>
          </a:p>
          <a:p>
            <a:pPr>
              <a:spcAft>
                <a:spcPts val="400"/>
              </a:spcAft>
              <a:defRPr sz="1600">
                <a:solidFill>
                  <a:srgbClr val="FF8C00"/>
                </a:solidFill>
              </a:defRPr>
            </a:pPr>
            <a:r>
              <a:t>Limited access to technical support can make troubleshooting difficult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Dependence on mobile network data can increase costs for patients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Proposed Compliance Controls for Q2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Introduction of machine learning algorithms to detect fraudulent activities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Implementation of a blockchain-based patient data management system</a:t>
            </a:r>
          </a:p>
          <a:p>
            <a:pPr>
              <a:spcAft>
                <a:spcPts val="600"/>
              </a:spcAft>
              <a:defRPr sz="1800">
                <a:solidFill>
                  <a:srgbClr val="FF8C00"/>
                </a:solidFill>
              </a:defRPr>
            </a:pPr>
            <a:r>
              <a:t>Regular penetration testing to identify and fix potential security vulnerabilities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Automated compliance reporting to keep track of all activities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Implementation of GDPR-compliant data storage and transfer protocols</a:t>
            </a:r>
          </a:p>
          <a:p>
            <a:pPr>
              <a:spcAft>
                <a:spcPts val="600"/>
              </a:spcAft>
              <a:defRPr sz="1800">
                <a:solidFill>
                  <a:srgbClr val="FF8C00"/>
                </a:solidFill>
              </a:defRPr>
            </a:pPr>
            <a:r>
              <a:t>Increase in employee training on new compliance measures and regulations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Introduction of a dedicated compliance team to handle all related issues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8C00"/>
                </a:solidFill>
              </a:defRPr>
            </a:pPr>
            <a:r>
              <a:t>By implementing these proposed compliance controls, we can enhance the user experience for Indigenous patients, even in areas with low connectivity. Let's approach Q2 2026 with a firm commitment to inclusive, secure healthcare solutions.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