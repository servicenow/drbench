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Virtual Consultation Efficiency Analysis FY2025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examine the average consultation duration for virtual patient sessions in Fiscal Year 2025. The objective is to understand how well we are utilizing our resources and identify areas for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Overview of Virtual Patient Consultations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MediConn Solutions has been providing virtual patient consultations since 2018</a:t>
            </a:r>
          </a:p>
          <a:p>
            <a:pPr>
              <a:spcAft>
                <a:spcPts val="400"/>
              </a:spcAft>
              <a:defRPr sz="1600">
                <a:solidFill>
                  <a:srgbClr val="404040"/>
                </a:solidFill>
              </a:defRPr>
            </a:pPr>
            <a:r>
              <a:t>The company uses a combination of video conferencing and secure messaging for consultations</a:t>
            </a:r>
          </a:p>
          <a:p>
            <a:pPr>
              <a:spcAft>
                <a:spcPts val="400"/>
              </a:spcAft>
              <a:defRPr sz="1600">
                <a:solidFill>
                  <a:srgbClr val="FF8243"/>
                </a:solidFill>
              </a:defRPr>
            </a:pPr>
            <a:r>
              <a:t>All consultants are licensed healthcare professionals with specialized training in telehealth</a:t>
            </a:r>
          </a:p>
          <a:p>
            <a:pPr>
              <a:spcAft>
                <a:spcPts val="400"/>
              </a:spcAft>
              <a:defRPr sz="1600">
                <a:solidFill>
                  <a:srgbClr val="404040"/>
                </a:solidFill>
              </a:defRPr>
            </a:pPr>
            <a:r>
              <a:t>MediConn's proprietary software ensures HIPAA compliance during all consultations</a:t>
            </a:r>
          </a:p>
          <a:p>
            <a:pPr>
              <a:spcAft>
                <a:spcPts val="400"/>
              </a:spcAft>
              <a:defRPr sz="1600">
                <a:solidFill>
                  <a:srgbClr val="404040"/>
                </a:solidFill>
              </a:defRPr>
            </a:pPr>
            <a:r>
              <a:t>The company has seen a significant increase in virtual consultations since the COVID-19 pandemic</a:t>
            </a:r>
          </a:p>
          <a:p>
            <a:pPr>
              <a:spcAft>
                <a:spcPts val="400"/>
              </a:spcAft>
              <a:defRPr sz="1600">
                <a:solidFill>
                  <a:srgbClr val="FF8243"/>
                </a:solidFill>
              </a:defRPr>
            </a:pPr>
            <a:r>
              <a:t>MediConn Solutions currently provides the service to over 2000 patients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Average Duration of Consultations in FY2025</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has been recording consultation duration data since 2018</a:t>
            </a:r>
          </a:p>
          <a:p>
            <a:pPr>
              <a:spcAft>
                <a:spcPts val="600"/>
              </a:spcAft>
              <a:defRPr sz="1800">
                <a:solidFill>
                  <a:srgbClr val="404040"/>
                </a:solidFill>
              </a:defRPr>
            </a:pPr>
            <a:r>
              <a:t>The company uses this data to inform staffing and scheduling decisions</a:t>
            </a:r>
          </a:p>
          <a:p>
            <a:pPr>
              <a:spcAft>
                <a:spcPts val="600"/>
              </a:spcAft>
              <a:defRPr sz="1800">
                <a:solidFill>
                  <a:srgbClr val="FF8243"/>
                </a:solidFill>
              </a:defRPr>
            </a:pPr>
            <a:r>
              <a:t>However, the average consultation duration varies significantly based on the patient's health condition</a:t>
            </a:r>
          </a:p>
          <a:p>
            <a:pPr>
              <a:spcAft>
                <a:spcPts val="600"/>
              </a:spcAft>
              <a:defRPr sz="1800">
                <a:solidFill>
                  <a:srgbClr val="404040"/>
                </a:solidFill>
              </a:defRPr>
            </a:pPr>
            <a:r>
              <a:t>The company also monitors the time spent on post-consultation paperwork and follow-up tasks</a:t>
            </a:r>
          </a:p>
          <a:p>
            <a:pPr>
              <a:spcAft>
                <a:spcPts val="600"/>
              </a:spcAft>
              <a:defRPr sz="1800">
                <a:solidFill>
                  <a:srgbClr val="404040"/>
                </a:solidFill>
              </a:defRPr>
            </a:pPr>
            <a:r>
              <a:t>MediConn Solutions is continually seeking ways to improve the efficiency of virtual consultations</a:t>
            </a:r>
          </a:p>
          <a:p>
            <a:pPr>
              <a:spcAft>
                <a:spcPts val="600"/>
              </a:spcAft>
              <a:defRPr sz="1800">
                <a:solidFill>
                  <a:srgbClr val="FF8243"/>
                </a:solidFill>
              </a:defRPr>
            </a:pPr>
            <a:r>
              <a:t>The company uses machine learning algorithms to predict future consultation durations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Implications and Opportunities for Future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Improving efficiency in virtual consultations is a key strategic objective for MediConn Solutions</a:t>
            </a:r>
          </a:p>
          <a:p>
            <a:pPr>
              <a:spcAft>
                <a:spcPts val="600"/>
              </a:spcAft>
              <a:defRPr sz="1800">
                <a:solidFill>
                  <a:srgbClr val="404040"/>
                </a:solidFill>
              </a:defRPr>
            </a:pPr>
            <a:r>
              <a:t>The company is investing in AI and machine learning technologies to enhance consultation efficiency</a:t>
            </a:r>
          </a:p>
          <a:p>
            <a:pPr>
              <a:spcAft>
                <a:spcPts val="600"/>
              </a:spcAft>
              <a:defRPr sz="1800">
                <a:solidFill>
                  <a:srgbClr val="FF8243"/>
                </a:solidFill>
              </a:defRPr>
            </a:pPr>
            <a:r>
              <a:t>MediConn Solutions is also exploring partnerships with other telehealth providers to share best practices</a:t>
            </a:r>
          </a:p>
          <a:p>
            <a:pPr>
              <a:spcAft>
                <a:spcPts val="600"/>
              </a:spcAft>
              <a:defRPr sz="1800">
                <a:solidFill>
                  <a:srgbClr val="404040"/>
                </a:solidFill>
              </a:defRPr>
            </a:pPr>
            <a:r>
              <a:t>Efficient consultations can help reduce patient waiting times and improve patient satisfaction</a:t>
            </a:r>
          </a:p>
          <a:p>
            <a:pPr>
              <a:spcAft>
                <a:spcPts val="600"/>
              </a:spcAft>
              <a:defRPr sz="1800">
                <a:solidFill>
                  <a:srgbClr val="404040"/>
                </a:solidFill>
              </a:defRPr>
            </a:pPr>
            <a:r>
              <a:t>MediConn Solutions has set a goal to reduce consultation duration by 10% over the next five years</a:t>
            </a:r>
          </a:p>
          <a:p>
            <a:pPr>
              <a:spcAft>
                <a:spcPts val="600"/>
              </a:spcAft>
              <a:defRPr sz="1800">
                <a:solidFill>
                  <a:srgbClr val="FF8243"/>
                </a:solidFill>
              </a:defRPr>
            </a:pPr>
            <a:r>
              <a:t>The company is also considering implementing a patient self-service portal to streamline pre-consultation processes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Our analysis shows that there are areas where we can improve the efficiency of our virtual consultations. The next steps will involve developing strategies to reduce consultation durations without compromising patient 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