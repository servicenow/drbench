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FY2025 Employee Engagement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analyzes the results of the FY2025 employee engagement survey. We will focus on staff satisfaction index and its impact on MediConn's operations.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Overview of FY2025 Employee Engagement Survey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survey was launched in Q1 FY2025 and remained open for a month</a:t>
            </a:r>
          </a:p>
          <a:p>
            <a:pPr>
              <a:spcAft>
                <a:spcPts val="600"/>
              </a:spcAft>
              <a:defRPr sz="1800">
                <a:solidFill>
                  <a:srgbClr val="404040"/>
                </a:solidFill>
              </a:defRPr>
            </a:pPr>
            <a:r>
              <a:t>Over 80% of MediConn employees participated in the survey</a:t>
            </a:r>
          </a:p>
          <a:p>
            <a:pPr>
              <a:spcAft>
                <a:spcPts val="600"/>
              </a:spcAft>
              <a:defRPr sz="1800">
                <a:solidFill>
                  <a:srgbClr val="FF8243"/>
                </a:solidFill>
              </a:defRPr>
            </a:pPr>
            <a:r>
              <a:t>The survey consisted of 20 questions covering various aspects of work life</a:t>
            </a:r>
          </a:p>
          <a:p>
            <a:pPr>
              <a:spcAft>
                <a:spcPts val="600"/>
              </a:spcAft>
              <a:defRPr sz="1800">
                <a:solidFill>
                  <a:srgbClr val="404040"/>
                </a:solidFill>
              </a:defRPr>
            </a:pPr>
            <a:r>
              <a:t>The survey used a Likert scale to measure responses</a:t>
            </a:r>
          </a:p>
          <a:p>
            <a:pPr>
              <a:spcAft>
                <a:spcPts val="600"/>
              </a:spcAft>
              <a:defRPr sz="1800">
                <a:solidFill>
                  <a:srgbClr val="404040"/>
                </a:solidFill>
              </a:defRPr>
            </a:pPr>
            <a:r>
              <a:t>Results were analysed by an independent third party to ensure unbiased reporting</a:t>
            </a:r>
          </a:p>
          <a:p>
            <a:pPr>
              <a:spcAft>
                <a:spcPts val="600"/>
              </a:spcAft>
              <a:defRPr sz="1800">
                <a:solidFill>
                  <a:srgbClr val="FF8243"/>
                </a:solidFill>
              </a:defRPr>
            </a:pPr>
            <a:r>
              <a:t>The survey results were compared to industry benchmarks to assess MediConn's performance</a:t>
            </a:r>
          </a:p>
          <a:p>
            <a:pPr>
              <a:spcAft>
                <a:spcPts val="600"/>
              </a:spcAft>
              <a:defRPr sz="1800">
                <a:solidFill>
                  <a:srgbClr val="404040"/>
                </a:solidFill>
              </a:defRPr>
            </a:pPr>
            <a:r>
              <a:t>The data was segmented by department, role, and tenure to identify specific areas of improvement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Breakdown of Staff Satisfaction Index</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Staff Satisfaction Index (SSI) covers multiple dimensions including work-life balance, recognition, and career growth</a:t>
            </a:r>
          </a:p>
          <a:p>
            <a:pPr>
              <a:spcAft>
                <a:spcPts val="400"/>
              </a:spcAft>
              <a:defRPr sz="1600">
                <a:solidFill>
                  <a:srgbClr val="404040"/>
                </a:solidFill>
              </a:defRPr>
            </a:pPr>
            <a:r>
              <a:t>Each dimension is given equal weight in the overall SSI calculation</a:t>
            </a:r>
          </a:p>
          <a:p>
            <a:pPr>
              <a:spcAft>
                <a:spcPts val="400"/>
              </a:spcAft>
              <a:defRPr sz="1600">
                <a:solidFill>
                  <a:srgbClr val="FF8243"/>
                </a:solidFill>
              </a:defRPr>
            </a:pPr>
            <a:r>
              <a:t>SSI scores can range from 0 (extremely dissatisfied) to 100 (extremely satisfied)</a:t>
            </a:r>
          </a:p>
          <a:p>
            <a:pPr>
              <a:spcAft>
                <a:spcPts val="400"/>
              </a:spcAft>
              <a:defRPr sz="1600">
                <a:solidFill>
                  <a:srgbClr val="404040"/>
                </a:solidFill>
              </a:defRPr>
            </a:pPr>
            <a:r>
              <a:t>MediConn's SSI has seen an upward trend over the last five years</a:t>
            </a:r>
          </a:p>
          <a:p>
            <a:pPr>
              <a:spcAft>
                <a:spcPts val="400"/>
              </a:spcAft>
              <a:defRPr sz="1600">
                <a:solidFill>
                  <a:srgbClr val="404040"/>
                </a:solidFill>
              </a:defRPr>
            </a:pPr>
            <a:r>
              <a:t>The SSI is a leading indicator of employee retention and productivity</a:t>
            </a:r>
          </a:p>
          <a:p>
            <a:pPr>
              <a:spcAft>
                <a:spcPts val="400"/>
              </a:spcAft>
              <a:defRPr sz="1600">
                <a:solidFill>
                  <a:srgbClr val="FF8243"/>
                </a:solidFill>
              </a:defRPr>
            </a:pPr>
            <a:r>
              <a:t>The SSI is monitored on a quarterly basis by the HR department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Implications of Engagement Survey Results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High staff satisfaction scores are correlated with lower turnover rates</a:t>
            </a:r>
          </a:p>
          <a:p>
            <a:pPr>
              <a:spcAft>
                <a:spcPts val="600"/>
              </a:spcAft>
              <a:defRPr sz="1800">
                <a:solidFill>
                  <a:srgbClr val="404040"/>
                </a:solidFill>
              </a:defRPr>
            </a:pPr>
            <a:r>
              <a:t>Survey results will guide the development of new HR policies and programs</a:t>
            </a:r>
          </a:p>
          <a:p>
            <a:pPr>
              <a:spcAft>
                <a:spcPts val="600"/>
              </a:spcAft>
              <a:defRPr sz="1800">
                <a:solidFill>
                  <a:srgbClr val="FF8243"/>
                </a:solidFill>
              </a:defRPr>
            </a:pPr>
            <a:r>
              <a:t>Departments with lower satisfaction scores will receive targeted interventions</a:t>
            </a:r>
          </a:p>
          <a:p>
            <a:pPr>
              <a:spcAft>
                <a:spcPts val="600"/>
              </a:spcAft>
              <a:defRPr sz="1800">
                <a:solidFill>
                  <a:srgbClr val="404040"/>
                </a:solidFill>
              </a:defRPr>
            </a:pPr>
            <a:r>
              <a:t>Senior leadership is committed to enhancing staff satisfaction based on survey results</a:t>
            </a:r>
          </a:p>
          <a:p>
            <a:pPr>
              <a:spcAft>
                <a:spcPts val="600"/>
              </a:spcAft>
              <a:defRPr sz="1800">
                <a:solidFill>
                  <a:srgbClr val="404040"/>
                </a:solidFill>
              </a:defRPr>
            </a:pPr>
            <a:r>
              <a:t>Continuous monitoring and improvement of staff satisfaction is a key strategic priority for MediConn</a:t>
            </a:r>
          </a:p>
          <a:p>
            <a:pPr>
              <a:spcAft>
                <a:spcPts val="600"/>
              </a:spcAft>
              <a:defRPr sz="1800">
                <a:solidFill>
                  <a:srgbClr val="FF8243"/>
                </a:solidFill>
              </a:defRPr>
            </a:pPr>
            <a:r>
              <a:t>The next survey will incorporate any changes made as a result of the FY2025 findings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243"/>
                </a:solidFill>
              </a:defRPr>
            </a:pPr>
            <a:r>
              <a:t>The results of the FY2025 engagement survey indicate areas of strength and opportunities for improvement in staff satisfaction. We will use these insights to formulate strategic initiatives aimed at enhancing employee engagement and productivity.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