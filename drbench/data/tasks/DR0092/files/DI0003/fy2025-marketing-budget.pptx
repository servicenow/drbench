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FY2025 Marketing Budget Forecast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In this presentation, we will discuss the projected budget allocation for our internal marketing department for the fiscal year 2025. This information will guide our strategic planning and resource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Marketing Department's Historical Budget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2019, the marketing budget experienced a 15% increase from the previous year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marketing budget for FY2020 was $2.1 million CAD, focusing primarily on digital campaigns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The budget allocated for brand development in FY2021 saw a 25% increase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FY2022, 30% of the budget was allocated for website redevelopment and SEO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marketing budget for FY2023 was $2.8 million CAD, with a surge in social media advertising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FY2024 saw the implementation of a new, budget-friendly marketing automation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FY2025 Marketing Budget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is considering an increase in the budget for digital campaigns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budget for traditional advertising might experience a decrease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MediConn is exploring collaborations with influencers to boost brand awareness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 may be an increased budget allocation for content development and SEO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is planning to invest in a new customer relationship management (CRM) system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A portion of the budget might be allocated for staff training in new marketing tools and techniques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Implications of the Proposed Budget on 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higher digital campaign budget may allow for increased reach on social media platforms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Decreased traditional advertising budget may impact visibility among older demographics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Collaborations with influencers could enhance brand reputation and user engagement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Increased investment in content development could improve organic search rankings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Implementing a new CRM system could enhance customer relationship management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Training staff on new tools and techniques could improve efficiency and effectiveness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The projected budget for FY2025 will play a significant role in shaping our marketing initiatives. We must strategically allocate resources to ensure effective execution of our marketing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