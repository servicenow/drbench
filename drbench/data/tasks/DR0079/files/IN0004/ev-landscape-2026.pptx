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North American EV Landscape: 2026 Forecast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provide insights into the competitive landscape of the North American electric vehicle market based on the 2024 IEA report. It will inform our strategic planning by identifying competitor strategies and market positioning trends.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Market Dynamics: Electric Vehicle Adoption Trends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the first quarter of 2024, a significant number of our mid-income family customer segment, equivalent to 42%, were influenced by competitor pricing and features when considering alternate EV brands.</a:t>
            </a:r>
          </a:p>
          <a:p>
            <a:pPr>
              <a:spcAft>
                <a:spcPts val="600"/>
              </a:spcAft>
              <a:defRPr sz="1800">
                <a:solidFill>
                  <a:srgbClr val="404040"/>
                </a:solidFill>
              </a:defRPr>
            </a:pPr>
            <a:r>
              <a:t>This customer feedback reveals an emerging shift in the competitive landscape of the EV market, impacting our market positioning.</a:t>
            </a:r>
          </a:p>
          <a:p>
            <a:pPr>
              <a:spcAft>
                <a:spcPts val="600"/>
              </a:spcAft>
              <a:defRPr sz="1800">
                <a:solidFill>
                  <a:srgbClr val="FFC000"/>
                </a:solidFill>
              </a:defRPr>
            </a:pPr>
            <a:r>
              <a:t>Competitive pricing strategies, as evidenced by the reduction in Tesla’s Model Y pricing by approximately $15,000 between mid-2022 and early 2024, are actively reshaping customer expectations and purchasing behavior.</a:t>
            </a:r>
          </a:p>
          <a:p>
            <a:pPr>
              <a:spcAft>
                <a:spcPts val="600"/>
              </a:spcAft>
              <a:defRPr sz="1800">
                <a:solidFill>
                  <a:srgbClr val="404040"/>
                </a:solidFill>
              </a:defRPr>
            </a:pPr>
            <a:r>
              <a:t>China's dominance in the EV market, producing over 60% of global electric cars in 2023, has intensified global competition and is pressuring automakers, including Elexion, to adjust their strategies.</a:t>
            </a:r>
          </a:p>
          <a:p>
            <a:pPr>
              <a:spcAft>
                <a:spcPts val="600"/>
              </a:spcAft>
              <a:defRPr sz="1800">
                <a:solidFill>
                  <a:srgbClr val="404040"/>
                </a:solidFill>
              </a:defRPr>
            </a:pPr>
            <a:r>
              <a:t>Our cross-functional teams need to consider these market dynamics in order to make informed business decisions and maintain competitiveness.</a:t>
            </a:r>
          </a:p>
          <a:p>
            <a:pPr>
              <a:spcAft>
                <a:spcPts val="600"/>
              </a:spcAft>
              <a:defRPr sz="1800">
                <a:solidFill>
                  <a:srgbClr val="FFC000"/>
                </a:solidFill>
              </a:defRPr>
            </a:pPr>
            <a:r>
              <a:t>It is critical for Elexion to align its pricing and feature offerings with market trends to prevent further customer attrition to competitors.</a:t>
            </a:r>
          </a:p>
          <a:p>
            <a:pPr>
              <a:spcAft>
                <a:spcPts val="600"/>
              </a:spcAft>
              <a:defRPr sz="1800">
                <a:solidFill>
                  <a:srgbClr val="404040"/>
                </a:solidFill>
              </a:defRPr>
            </a:pPr>
            <a:r>
              <a:t>Leveraging our customer feedback, we need to refine our strategies to better meet customer expectations and preferences in the evolving EV market.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Competitor Strategies: Disruption in the EV Market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 2023, Tesla launched its Cybertruck, a revolutionary design that diverged from traditional pickup trucks.</a:t>
            </a:r>
          </a:p>
          <a:p>
            <a:pPr>
              <a:spcAft>
                <a:spcPts val="600"/>
              </a:spcAft>
              <a:defRPr sz="1800">
                <a:solidFill>
                  <a:srgbClr val="404040"/>
                </a:solidFill>
              </a:defRPr>
            </a:pPr>
            <a:r>
              <a:t>General Motors announced in 2020 its commitment to launch 30 new EVs worldwide by 2025.</a:t>
            </a:r>
          </a:p>
          <a:p>
            <a:pPr>
              <a:spcAft>
                <a:spcPts val="600"/>
              </a:spcAft>
              <a:defRPr sz="1800">
                <a:solidFill>
                  <a:srgbClr val="FFC000"/>
                </a:solidFill>
              </a:defRPr>
            </a:pPr>
            <a:r>
              <a:t>Many traditional automakers have formed strategic partnerships with tech companies to develop autonomous EVs.</a:t>
            </a:r>
          </a:p>
          <a:p>
            <a:pPr>
              <a:spcAft>
                <a:spcPts val="600"/>
              </a:spcAft>
              <a:defRPr sz="1800">
                <a:solidFill>
                  <a:srgbClr val="404040"/>
                </a:solidFill>
              </a:defRPr>
            </a:pPr>
            <a:r>
              <a:t>Ford's Mustang Mach-E, launched in late 2020, was the company's first all-electric SUV and marked a significant shift in its EV strategy.</a:t>
            </a:r>
          </a:p>
          <a:p>
            <a:pPr>
              <a:spcAft>
                <a:spcPts val="600"/>
              </a:spcAft>
              <a:defRPr sz="1800">
                <a:solidFill>
                  <a:srgbClr val="404040"/>
                </a:solidFill>
              </a:defRPr>
            </a:pPr>
            <a:r>
              <a:t>Some competitors are focusing on producing EVs for niche markets, such as luxury vehicles or commercial fleets.</a:t>
            </a:r>
          </a:p>
          <a:p>
            <a:pPr>
              <a:spcAft>
                <a:spcPts val="600"/>
              </a:spcAft>
              <a:defRPr sz="1800">
                <a:solidFill>
                  <a:srgbClr val="FFC000"/>
                </a:solidFill>
              </a:defRPr>
            </a:pPr>
            <a:r>
              <a:t>Elexion's main competitors have invested heavily in R&amp;D, with an average increase of 20% in their R&amp;D budgets from 2020 to 2023.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Implications for Elexion: Navigating the EV Landscape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Elexion's high-quality EVs and user-centric technology have contributed to its strong brand reputation.</a:t>
            </a:r>
          </a:p>
          <a:p>
            <a:pPr>
              <a:spcAft>
                <a:spcPts val="400"/>
              </a:spcAft>
              <a:defRPr sz="1600">
                <a:solidFill>
                  <a:srgbClr val="404040"/>
                </a:solidFill>
              </a:defRPr>
            </a:pPr>
            <a:r>
              <a:t>In 2023, Elexion increased its R&amp;D budget by 30% to develop innovative EV technologies.</a:t>
            </a:r>
          </a:p>
          <a:p>
            <a:pPr>
              <a:spcAft>
                <a:spcPts val="400"/>
              </a:spcAft>
              <a:defRPr sz="1600">
                <a:solidFill>
                  <a:srgbClr val="FFC000"/>
                </a:solidFill>
              </a:defRPr>
            </a:pPr>
            <a:r>
              <a:t>Elexion has established strategic partnerships with suppliers to ensure a stable supply of critical EV components.</a:t>
            </a:r>
          </a:p>
          <a:p>
            <a:pPr>
              <a:spcAft>
                <a:spcPts val="400"/>
              </a:spcAft>
              <a:defRPr sz="1600">
                <a:solidFill>
                  <a:srgbClr val="404040"/>
                </a:solidFill>
              </a:defRPr>
            </a:pPr>
            <a:r>
              <a:t>The company successfully launched two new EV models in 2023, targeting the mid-range market.</a:t>
            </a:r>
          </a:p>
          <a:p>
            <a:pPr>
              <a:spcAft>
                <a:spcPts val="400"/>
              </a:spcAft>
              <a:defRPr sz="1600">
                <a:solidFill>
                  <a:srgbClr val="404040"/>
                </a:solidFill>
              </a:defRPr>
            </a:pPr>
            <a:r>
              <a:t>Elexion's focus on cross-border compliance has facilitated its expansion into the Canadian market.</a:t>
            </a:r>
          </a:p>
          <a:p>
            <a:pPr>
              <a:spcAft>
                <a:spcPts val="400"/>
              </a:spcAft>
              <a:defRPr sz="1600">
                <a:solidFill>
                  <a:srgbClr val="FFC000"/>
                </a:solidFill>
              </a:defRPr>
            </a:pPr>
            <a:r>
              <a:t>The company is committed to sustainability and has implemented eco-friendly practices in its manufacturing processes.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The evolving competitive landscape necessitates proactive strategy adjustments to maintain our market positioning. Actionable insights have been provided for cross-functional teams to outline necessary steps towards staying competitive in the North American EV sector.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