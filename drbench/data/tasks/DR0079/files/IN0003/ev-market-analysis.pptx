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EV Market Analysis: Competitor Strategies 2024-2026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focuses on the evolving trends in the North American electric vehicle sector, with a special emphasis on our competitors' strategies. The insights are derived from the 2024 report 'Trends in electric cars' on iea.org.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EV Adoption Rates and Market Trends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China's dominance in EV production and battery cost efficiency, producing over 60% of global electric cars in 2023, is reshaping the competitive landscape, prompting North American automakers to reconsider their strategies.</a:t>
            </a:r>
          </a:p>
          <a:p>
            <a:pPr>
              <a:spcAft>
                <a:spcPts val="400"/>
              </a:spcAft>
              <a:defRPr sz="1600">
                <a:solidFill>
                  <a:srgbClr val="404040"/>
                </a:solidFill>
              </a:defRPr>
            </a:pPr>
            <a:r>
              <a:t>Major automakers like Tesla have responded by significantly reducing EV prices; Model Y saw a cut of roughly $15,000 between mid-2022 and early 2024.</a:t>
            </a:r>
          </a:p>
          <a:p>
            <a:pPr>
              <a:spcAft>
                <a:spcPts val="400"/>
              </a:spcAft>
              <a:defRPr sz="1600">
                <a:solidFill>
                  <a:srgbClr val="FFD700"/>
                </a:solidFill>
              </a:defRPr>
            </a:pPr>
            <a:r>
              <a:t>Such aggressive pricing strategies are shifting market positioning and could influence consumer adoption rates in North America ahead of 2026.</a:t>
            </a:r>
          </a:p>
          <a:p>
            <a:pPr>
              <a:spcAft>
                <a:spcPts val="400"/>
              </a:spcAft>
              <a:defRPr sz="1600">
                <a:solidFill>
                  <a:srgbClr val="404040"/>
                </a:solidFill>
              </a:defRPr>
            </a:pPr>
            <a:r>
              <a:t>Elexion faced operational challenges in Q3 2024, with 17% of mid-range EV orders experiencing at least a two-week delay due to supply chain issues in battery components.</a:t>
            </a:r>
          </a:p>
          <a:p>
            <a:pPr>
              <a:spcAft>
                <a:spcPts val="400"/>
              </a:spcAft>
              <a:defRPr sz="1600">
                <a:solidFill>
                  <a:srgbClr val="404040"/>
                </a:solidFill>
              </a:defRPr>
            </a:pPr>
            <a:r>
              <a:t>These delivery setbacks impacted Elexion's commitment to customers and could potentially affect consumer confidence and market share.</a:t>
            </a:r>
          </a:p>
          <a:p>
            <a:pPr>
              <a:spcAft>
                <a:spcPts val="400"/>
              </a:spcAft>
              <a:defRPr sz="1600">
                <a:solidFill>
                  <a:srgbClr val="FFD700"/>
                </a:solidFill>
              </a:defRPr>
            </a:pPr>
            <a:r>
              <a:t>Elexion's supply chain vulnerabilities reveal the need for a robust and responsive strategy to mitigate potential disruptions and maintain competitive positioning.</a:t>
            </a:r>
          </a:p>
          <a:p>
            <a:pPr>
              <a:spcAft>
                <a:spcPts val="400"/>
              </a:spcAft>
              <a:defRPr sz="1600">
                <a:solidFill>
                  <a:srgbClr val="404040"/>
                </a:solidFill>
              </a:defRPr>
            </a:pPr>
            <a:r>
              <a:t>Continued monitoring of competitive dynamics, pricing trends, and operational challenges is crucial to inform Elexion's strategic direction in the evolving North American EV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Competitor Strategies and Market Positioning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2023, Tesla held the largest market share in the US EV market</a:t>
            </a:r>
          </a:p>
          <a:p>
            <a:pPr>
              <a:spcAft>
                <a:spcPts val="600"/>
              </a:spcAft>
              <a:defRPr sz="1800">
                <a:solidFill>
                  <a:srgbClr val="404040"/>
                </a:solidFill>
              </a:defRPr>
            </a:pPr>
            <a:r>
              <a:t>General Motors announced plans to produce 30 new EV models by 2025</a:t>
            </a:r>
          </a:p>
          <a:p>
            <a:pPr>
              <a:spcAft>
                <a:spcPts val="600"/>
              </a:spcAft>
              <a:defRPr sz="1800">
                <a:solidFill>
                  <a:srgbClr val="FFD700"/>
                </a:solidFill>
              </a:defRPr>
            </a:pPr>
            <a:r>
              <a:t>Ford's Mustang Mach-E has been a successful competitor to Tesla's Model Y</a:t>
            </a:r>
          </a:p>
          <a:p>
            <a:pPr>
              <a:spcAft>
                <a:spcPts val="600"/>
              </a:spcAft>
              <a:defRPr sz="1800">
                <a:solidFill>
                  <a:srgbClr val="404040"/>
                </a:solidFill>
              </a:defRPr>
            </a:pPr>
            <a:r>
              <a:t>In 2023, Chinese automaker Nio entered the North American market</a:t>
            </a:r>
          </a:p>
          <a:p>
            <a:pPr>
              <a:spcAft>
                <a:spcPts val="600"/>
              </a:spcAft>
              <a:defRPr sz="1800">
                <a:solidFill>
                  <a:srgbClr val="404040"/>
                </a:solidFill>
              </a:defRPr>
            </a:pPr>
            <a:r>
              <a:t>Rivian's all-electric pickup truck gained significant attention in 2023</a:t>
            </a:r>
          </a:p>
          <a:p>
            <a:pPr>
              <a:spcAft>
                <a:spcPts val="600"/>
              </a:spcAft>
              <a:defRPr sz="1800">
                <a:solidFill>
                  <a:srgbClr val="FFD700"/>
                </a:solidFill>
              </a:defRPr>
            </a:pPr>
            <a:r>
              <a:t>Legacy automakers are investing heavily in EV technology to compete with Tesla and other new entrants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Impact of Regulatory Changes on EV Market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Biden administration announced a goal for 50% of new vehicle sales to be electric by 2030</a:t>
            </a:r>
          </a:p>
          <a:p>
            <a:pPr>
              <a:spcAft>
                <a:spcPts val="600"/>
              </a:spcAft>
              <a:defRPr sz="1800">
                <a:solidFill>
                  <a:srgbClr val="404040"/>
                </a:solidFill>
              </a:defRPr>
            </a:pPr>
            <a:r>
              <a:t>In 2023, Canada increased its EV incentive program to encourage adoption</a:t>
            </a:r>
          </a:p>
          <a:p>
            <a:pPr>
              <a:spcAft>
                <a:spcPts val="600"/>
              </a:spcAft>
              <a:defRPr sz="1800">
                <a:solidFill>
                  <a:srgbClr val="FFD700"/>
                </a:solidFill>
              </a:defRPr>
            </a:pPr>
            <a:r>
              <a:t>California plans to ban the sale of new gasoline-powered vehicles by 2035</a:t>
            </a:r>
          </a:p>
          <a:p>
            <a:pPr>
              <a:spcAft>
                <a:spcPts val="600"/>
              </a:spcAft>
              <a:defRPr sz="1800">
                <a:solidFill>
                  <a:srgbClr val="404040"/>
                </a:solidFill>
              </a:defRPr>
            </a:pPr>
            <a:r>
              <a:t>The introduction of stricter fuel economy standards in the US has boosted the EV market</a:t>
            </a:r>
          </a:p>
          <a:p>
            <a:pPr>
              <a:spcAft>
                <a:spcPts val="600"/>
              </a:spcAft>
              <a:defRPr sz="1800">
                <a:solidFill>
                  <a:srgbClr val="404040"/>
                </a:solidFill>
              </a:defRPr>
            </a:pPr>
            <a:r>
              <a:t>The phasing out of federal tax credits for EVs could impact future adoption rates</a:t>
            </a:r>
          </a:p>
          <a:p>
            <a:pPr>
              <a:spcAft>
                <a:spcPts val="600"/>
              </a:spcAft>
              <a:defRPr sz="1800">
                <a:solidFill>
                  <a:srgbClr val="FFD700"/>
                </a:solidFill>
              </a:defRPr>
            </a:pPr>
            <a:r>
              <a:t>The development of a unified charging standard in North America could drive EV adoption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The emerging trends highlight the need for Elexion Automotive to adapt and innovate in response to our competitors' strategies. Let's discuss our next steps in capitalizing on these insights to strengthen our market positioning.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