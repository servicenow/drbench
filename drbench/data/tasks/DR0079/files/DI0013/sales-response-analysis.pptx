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FF8C00"/>
                </a:solidFill>
              </a:defRPr>
            </a:pPr>
            <a:r>
              <a:t>Q2 2024 Sales Response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will explore our sales team's performance in terms of customer inquiry response times during Q2 2024, a period marked by competitor EV launches. We will examine the measures taken, challenges faced, and opportunities for improvement.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Competitor EV Launches Overview</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Tesla introduced Model Z in April 2024, focusing on the luxury EV market segment</a:t>
            </a:r>
          </a:p>
          <a:p>
            <a:pPr>
              <a:spcAft>
                <a:spcPts val="600"/>
              </a:spcAft>
              <a:defRPr sz="1800">
                <a:solidFill>
                  <a:srgbClr val="404040"/>
                </a:solidFill>
              </a:defRPr>
            </a:pPr>
            <a:r>
              <a:t>Rivian released R2X, their second all-electric SUV, in May 2024, targeting outdoor enthusiasts</a:t>
            </a:r>
          </a:p>
          <a:p>
            <a:pPr>
              <a:spcAft>
                <a:spcPts val="600"/>
              </a:spcAft>
              <a:defRPr sz="1800">
                <a:solidFill>
                  <a:srgbClr val="4682B4"/>
                </a:solidFill>
              </a:defRPr>
            </a:pPr>
            <a:r>
              <a:t>GM released an upgraded version of the Bolt in June 2024, emphasizing affordability</a:t>
            </a:r>
          </a:p>
          <a:p>
            <a:pPr>
              <a:spcAft>
                <a:spcPts val="600"/>
              </a:spcAft>
              <a:defRPr sz="1800">
                <a:solidFill>
                  <a:srgbClr val="404040"/>
                </a:solidFill>
              </a:defRPr>
            </a:pPr>
            <a:r>
              <a:t>Ford announced an all-electric version of their popular F-150 truck, expected in Q3 2024</a:t>
            </a:r>
          </a:p>
          <a:p>
            <a:pPr>
              <a:spcAft>
                <a:spcPts val="600"/>
              </a:spcAft>
              <a:defRPr sz="1800">
                <a:solidFill>
                  <a:srgbClr val="404040"/>
                </a:solidFill>
              </a:defRPr>
            </a:pPr>
            <a:r>
              <a:t>Lucid Motors expanded their Air lineup with a new Sedan model in June 2024</a:t>
            </a:r>
          </a:p>
          <a:p>
            <a:pPr>
              <a:spcAft>
                <a:spcPts val="600"/>
              </a:spcAft>
              <a:defRPr sz="1800">
                <a:solidFill>
                  <a:srgbClr val="4682B4"/>
                </a:solidFill>
              </a:defRPr>
            </a:pPr>
            <a:r>
              <a:t>Volkswagen introduced ID.4 GTX, a performance-focused variant of their ID.4 model in May 2024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Customer Inquiry Response Time Analysis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Average response time for all EV companies is 12 hours</a:t>
            </a:r>
          </a:p>
          <a:p>
            <a:pPr>
              <a:spcAft>
                <a:spcPts val="400"/>
              </a:spcAft>
              <a:defRPr sz="1600">
                <a:solidFill>
                  <a:srgbClr val="404040"/>
                </a:solidFill>
              </a:defRPr>
            </a:pPr>
            <a:r>
              <a:t>Top performers in customer response are Tesla and BMW, with an average response time of 10 hours</a:t>
            </a:r>
          </a:p>
          <a:p>
            <a:pPr>
              <a:spcAft>
                <a:spcPts val="400"/>
              </a:spcAft>
              <a:defRPr sz="1600">
                <a:solidFill>
                  <a:srgbClr val="4682B4"/>
                </a:solidFill>
              </a:defRPr>
            </a:pPr>
            <a:r>
              <a:t>The industry saw an overall 5% increase in response time from Q1 to Q2 2024</a:t>
            </a:r>
          </a:p>
          <a:p>
            <a:pPr>
              <a:spcAft>
                <a:spcPts val="400"/>
              </a:spcAft>
              <a:defRPr sz="1600">
                <a:solidFill>
                  <a:srgbClr val="404040"/>
                </a:solidFill>
              </a:defRPr>
            </a:pPr>
            <a:r>
              <a:t>Elexion's customer support team size increased by 20% in Q2 2024</a:t>
            </a:r>
          </a:p>
          <a:p>
            <a:pPr>
              <a:spcAft>
                <a:spcPts val="400"/>
              </a:spcAft>
              <a:defRPr sz="1600">
                <a:solidFill>
                  <a:srgbClr val="404040"/>
                </a:solidFill>
              </a:defRPr>
            </a:pPr>
            <a:r>
              <a:t>The highest volume of inquiries comes in the first week following a new vehicle launch</a:t>
            </a:r>
          </a:p>
          <a:p>
            <a:pPr>
              <a:spcAft>
                <a:spcPts val="400"/>
              </a:spcAft>
              <a:defRPr sz="1600">
                <a:solidFill>
                  <a:srgbClr val="4682B4"/>
                </a:solidFill>
              </a:defRPr>
            </a:pPr>
            <a:r>
              <a:t>Elexion's customer inquiry response time tends to be longer during weekends and public holidays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Strategies for Improvement</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Implement a new CRM system to automate and streamline customer inquiries</a:t>
            </a:r>
          </a:p>
          <a:p>
            <a:pPr>
              <a:spcAft>
                <a:spcPts val="400"/>
              </a:spcAft>
              <a:defRPr sz="1600">
                <a:solidFill>
                  <a:srgbClr val="404040"/>
                </a:solidFill>
              </a:defRPr>
            </a:pPr>
            <a:r>
              <a:t>Increase customer support team size to handle increased volume during product launches</a:t>
            </a:r>
          </a:p>
          <a:p>
            <a:pPr>
              <a:spcAft>
                <a:spcPts val="400"/>
              </a:spcAft>
              <a:defRPr sz="1600">
                <a:solidFill>
                  <a:srgbClr val="4682B4"/>
                </a:solidFill>
              </a:defRPr>
            </a:pPr>
            <a:r>
              <a:t>Develop an FAQ section on the website to address common customer inquiries</a:t>
            </a:r>
          </a:p>
          <a:p>
            <a:pPr>
              <a:spcAft>
                <a:spcPts val="400"/>
              </a:spcAft>
              <a:defRPr sz="1600">
                <a:solidFill>
                  <a:srgbClr val="404040"/>
                </a:solidFill>
              </a:defRPr>
            </a:pPr>
            <a:r>
              <a:t>Provide regular training to the customer support team on new product features</a:t>
            </a:r>
          </a:p>
          <a:p>
            <a:pPr>
              <a:spcAft>
                <a:spcPts val="400"/>
              </a:spcAft>
              <a:defRPr sz="1600">
                <a:solidFill>
                  <a:srgbClr val="404040"/>
                </a:solidFill>
              </a:defRPr>
            </a:pPr>
            <a:r>
              <a:t>Introducing a live chat feature on the website for immediate customer assistance</a:t>
            </a:r>
          </a:p>
          <a:p>
            <a:pPr>
              <a:spcAft>
                <a:spcPts val="400"/>
              </a:spcAft>
              <a:defRPr sz="1600">
                <a:solidFill>
                  <a:srgbClr val="4682B4"/>
                </a:solidFill>
              </a:defRPr>
            </a:pPr>
            <a:r>
              <a:t>Implementing a 24/7 customer support service to improve response times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4682B4"/>
                </a:solidFill>
              </a:defRPr>
            </a:pPr>
            <a:r>
              <a:t>Our ability to respond promptly to customer inquiries greatly affects our market position, especially during competitive product launches. Moving forward, we need to streamline our response processes and invest in training to ensure we maintain our competitive edge.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