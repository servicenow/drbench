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191970"/>
                </a:solidFill>
              </a:defRPr>
            </a:pPr>
            <a:r>
              <a:t>Employee Engagement Evolution: Sales &amp; Marketing</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provides an in-depth analysis of our sales and marketing teams' employee engagement scores for the first half of 2024. We will compare these findings to the previous year and discuss potential implications for our organization.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Overview of Employee Engagement Metrics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Employee engagement is a measure of employees' commitment and connection to their work</a:t>
            </a:r>
          </a:p>
          <a:p>
            <a:pPr>
              <a:spcAft>
                <a:spcPts val="600"/>
              </a:spcAft>
              <a:defRPr sz="1800">
                <a:solidFill>
                  <a:srgbClr val="404040"/>
                </a:solidFill>
              </a:defRPr>
            </a:pPr>
            <a:r>
              <a:t>It's typically assessed through regular surveys and direct feedback</a:t>
            </a:r>
          </a:p>
          <a:p>
            <a:pPr>
              <a:spcAft>
                <a:spcPts val="600"/>
              </a:spcAft>
              <a:defRPr sz="1800">
                <a:solidFill>
                  <a:srgbClr val="FFA500"/>
                </a:solidFill>
              </a:defRPr>
            </a:pPr>
            <a:r>
              <a:t>High engagement levels correlate with increased productivity, reduced turnover, and improved customer satisfaction</a:t>
            </a:r>
          </a:p>
          <a:p>
            <a:pPr>
              <a:spcAft>
                <a:spcPts val="600"/>
              </a:spcAft>
              <a:defRPr sz="1800">
                <a:solidFill>
                  <a:srgbClr val="404040"/>
                </a:solidFill>
              </a:defRPr>
            </a:pPr>
            <a:r>
              <a:t>Engagement metrics include job satisfaction, loyalty, advocacy, and personal accomplishment</a:t>
            </a:r>
          </a:p>
          <a:p>
            <a:pPr>
              <a:spcAft>
                <a:spcPts val="600"/>
              </a:spcAft>
              <a:defRPr sz="1800">
                <a:solidFill>
                  <a:srgbClr val="404040"/>
                </a:solidFill>
              </a:defRPr>
            </a:pPr>
            <a:r>
              <a:t>Industry standard metrics such as eNPS (Employee Net Promoter Score) are also utilized</a:t>
            </a:r>
          </a:p>
          <a:p>
            <a:pPr>
              <a:spcAft>
                <a:spcPts val="600"/>
              </a:spcAft>
              <a:defRPr sz="1800">
                <a:solidFill>
                  <a:srgbClr val="FFA500"/>
                </a:solidFill>
              </a:defRPr>
            </a:pPr>
            <a:r>
              <a:t>We use a sophisticated HR analytics dashboard to track and analyze these metrics</a:t>
            </a:r>
          </a:p>
          <a:p>
            <a:pPr>
              <a:spcAft>
                <a:spcPts val="600"/>
              </a:spcAft>
              <a:defRPr sz="1800">
                <a:solidFill>
                  <a:srgbClr val="404040"/>
                </a:solidFill>
              </a:defRPr>
            </a:pPr>
            <a:r>
              <a:t>Employee engagement is a key focus area for our HR department to ensure sustainable growth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Comparison of 2023 and 2024 Engagement Scores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Annual engagement surveys are a valuable tool for year-on-year comparisons</a:t>
            </a:r>
          </a:p>
          <a:p>
            <a:pPr>
              <a:spcAft>
                <a:spcPts val="400"/>
              </a:spcAft>
              <a:defRPr sz="1600">
                <a:solidFill>
                  <a:srgbClr val="404040"/>
                </a:solidFill>
              </a:defRPr>
            </a:pPr>
            <a:r>
              <a:t>Comparison of scores can identify trends and areas for improvement</a:t>
            </a:r>
          </a:p>
          <a:p>
            <a:pPr>
              <a:spcAft>
                <a:spcPts val="400"/>
              </a:spcAft>
              <a:defRPr sz="1600">
                <a:solidFill>
                  <a:srgbClr val="FFA500"/>
                </a:solidFill>
              </a:defRPr>
            </a:pPr>
            <a:r>
              <a:t>We've implemented a new feedback system in 2024 to better capture employee sentiments</a:t>
            </a:r>
          </a:p>
          <a:p>
            <a:pPr>
              <a:spcAft>
                <a:spcPts val="400"/>
              </a:spcAft>
              <a:defRPr sz="1600">
                <a:solidFill>
                  <a:srgbClr val="404040"/>
                </a:solidFill>
              </a:defRPr>
            </a:pPr>
            <a:r>
              <a:t>Engagement scores can be influenced by factors such as company growth, market conditions, and HR initiatives</a:t>
            </a:r>
          </a:p>
          <a:p>
            <a:pPr>
              <a:spcAft>
                <a:spcPts val="400"/>
              </a:spcAft>
              <a:defRPr sz="1600">
                <a:solidFill>
                  <a:srgbClr val="404040"/>
                </a:solidFill>
              </a:defRPr>
            </a:pPr>
            <a:r>
              <a:t>It's important to view engagement scores in the context of our overall strategic goals</a:t>
            </a:r>
          </a:p>
          <a:p>
            <a:pPr>
              <a:spcAft>
                <a:spcPts val="400"/>
              </a:spcAft>
              <a:defRPr sz="1600">
                <a:solidFill>
                  <a:srgbClr val="FFA500"/>
                </a:solidFill>
              </a:defRPr>
            </a:pPr>
            <a:r>
              <a:t>Detailed comparisons can help us understand the impact of our efforts on employee morale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Insights and Impact on Sales &amp; Marketing Performance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Employee engagement is a critical factor in overall sales and marketing performance</a:t>
            </a:r>
          </a:p>
          <a:p>
            <a:pPr>
              <a:spcAft>
                <a:spcPts val="400"/>
              </a:spcAft>
              <a:defRPr sz="1600">
                <a:solidFill>
                  <a:srgbClr val="404040"/>
                </a:solidFill>
              </a:defRPr>
            </a:pPr>
            <a:r>
              <a:t>Engaged employees are more likely to exceed their sales targets</a:t>
            </a:r>
          </a:p>
          <a:p>
            <a:pPr>
              <a:spcAft>
                <a:spcPts val="400"/>
              </a:spcAft>
              <a:defRPr sz="1600">
                <a:solidFill>
                  <a:srgbClr val="FFA500"/>
                </a:solidFill>
              </a:defRPr>
            </a:pPr>
            <a:r>
              <a:t>High engagement levels can lead to improved customer satisfaction and loyalty</a:t>
            </a:r>
          </a:p>
          <a:p>
            <a:pPr>
              <a:spcAft>
                <a:spcPts val="400"/>
              </a:spcAft>
              <a:defRPr sz="1600">
                <a:solidFill>
                  <a:srgbClr val="404040"/>
                </a:solidFill>
              </a:defRPr>
            </a:pPr>
            <a:r>
              <a:t>Our marketing team's creativity and innovation are closely tied to their engagement levels</a:t>
            </a:r>
          </a:p>
          <a:p>
            <a:pPr>
              <a:spcAft>
                <a:spcPts val="400"/>
              </a:spcAft>
              <a:defRPr sz="1600">
                <a:solidFill>
                  <a:srgbClr val="404040"/>
                </a:solidFill>
              </a:defRPr>
            </a:pPr>
            <a:r>
              <a:t>We've seen a correlation between engagement scores and key performance indicators (KPIs)</a:t>
            </a:r>
          </a:p>
          <a:p>
            <a:pPr>
              <a:spcAft>
                <a:spcPts val="400"/>
              </a:spcAft>
              <a:defRPr sz="1600">
                <a:solidFill>
                  <a:srgbClr val="FFA500"/>
                </a:solidFill>
              </a:defRPr>
            </a:pPr>
            <a:r>
              <a:t>Employee engagement forms a key part of our quarterly performance reviews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A500"/>
                </a:solidFill>
              </a:defRPr>
            </a:pPr>
            <a:r>
              <a:t>The evolution in employee engagement scores is indicative of our team dynamics and their potential impact on performance. Moving forward, we should focus on maintaining high engagement levels and addressing areas of concern to ensure optimal productivity and satisfaction within our teams.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