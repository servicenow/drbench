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IT Training Impact Analysis: 2024 Recap</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evaluate the frequency and effectiveness of our internal IT training sessions conducted in 2024. This analysis will provide insight into how our training efforts have been supporting our technological advancement in the virtual healthcare industry.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2024 IT Training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IT department introduced 3 new software platforms in 2024</a:t>
            </a:r>
          </a:p>
          <a:p>
            <a:pPr>
              <a:spcAft>
                <a:spcPts val="400"/>
              </a:spcAft>
              <a:defRPr sz="1600">
                <a:solidFill>
                  <a:srgbClr val="404040"/>
                </a:solidFill>
              </a:defRPr>
            </a:pPr>
            <a:r>
              <a:t>There was a 20% increase in IT budget allocation for training programs</a:t>
            </a:r>
          </a:p>
          <a:p>
            <a:pPr>
              <a:spcAft>
                <a:spcPts val="400"/>
              </a:spcAft>
              <a:defRPr sz="1600">
                <a:solidFill>
                  <a:srgbClr val="FF8243"/>
                </a:solidFill>
              </a:defRPr>
            </a:pPr>
            <a:r>
              <a:t>IT department partnered with 2 external IT training vendors in 2024</a:t>
            </a:r>
          </a:p>
          <a:p>
            <a:pPr>
              <a:spcAft>
                <a:spcPts val="400"/>
              </a:spcAft>
              <a:defRPr sz="1600">
                <a:solidFill>
                  <a:srgbClr val="404040"/>
                </a:solidFill>
              </a:defRPr>
            </a:pPr>
            <a:r>
              <a:t>The IT training curriculum was updated twice in 2024</a:t>
            </a:r>
          </a:p>
          <a:p>
            <a:pPr>
              <a:spcAft>
                <a:spcPts val="400"/>
              </a:spcAft>
              <a:defRPr sz="1600">
                <a:solidFill>
                  <a:srgbClr val="404040"/>
                </a:solidFill>
              </a:defRPr>
            </a:pPr>
            <a:r>
              <a:t>The average number of IT training hours per employee increased by 10% in 2024</a:t>
            </a:r>
          </a:p>
          <a:p>
            <a:pPr>
              <a:spcAft>
                <a:spcPts val="400"/>
              </a:spcAft>
              <a:defRPr sz="1600">
                <a:solidFill>
                  <a:srgbClr val="FF8243"/>
                </a:solidFill>
              </a:defRPr>
            </a:pPr>
            <a:r>
              <a:t>The IT department received an 85% satisfaction rate from employees on training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IT Training Impact on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Post-training surveys reported a 30% increase in employee IT proficiency</a:t>
            </a:r>
          </a:p>
          <a:p>
            <a:pPr>
              <a:spcAft>
                <a:spcPts val="600"/>
              </a:spcAft>
              <a:defRPr sz="1800">
                <a:solidFill>
                  <a:srgbClr val="404040"/>
                </a:solidFill>
              </a:defRPr>
            </a:pPr>
            <a:r>
              <a:t>There was a 15% reduction in IT-related queries to the help desk after the training</a:t>
            </a:r>
          </a:p>
          <a:p>
            <a:pPr>
              <a:spcAft>
                <a:spcPts val="600"/>
              </a:spcAft>
              <a:defRPr sz="1800">
                <a:solidFill>
                  <a:srgbClr val="FF8243"/>
                </a:solidFill>
              </a:defRPr>
            </a:pPr>
            <a:r>
              <a:t>Employee productivity increased by 10% after the completion of IT training</a:t>
            </a:r>
          </a:p>
          <a:p>
            <a:pPr>
              <a:spcAft>
                <a:spcPts val="600"/>
              </a:spcAft>
              <a:defRPr sz="1800">
                <a:solidFill>
                  <a:srgbClr val="404040"/>
                </a:solidFill>
              </a:defRPr>
            </a:pPr>
            <a:r>
              <a:t>The IT department reported a 25% decrease in system downtime after the training</a:t>
            </a:r>
          </a:p>
          <a:p>
            <a:pPr>
              <a:spcAft>
                <a:spcPts val="600"/>
              </a:spcAft>
              <a:defRPr sz="1800">
                <a:solidFill>
                  <a:srgbClr val="404040"/>
                </a:solidFill>
              </a:defRPr>
            </a:pPr>
            <a:r>
              <a:t>The average time to resolve IT issues decreased by 20% post-training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IT Training Frequency &amp; Future Plans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company aims to increase IT training frequency by 15% in 2025</a:t>
            </a:r>
          </a:p>
          <a:p>
            <a:pPr>
              <a:spcAft>
                <a:spcPts val="400"/>
              </a:spcAft>
              <a:defRPr sz="1600">
                <a:solidFill>
                  <a:srgbClr val="404040"/>
                </a:solidFill>
              </a:defRPr>
            </a:pPr>
            <a:r>
              <a:t>The IT department plans to introduce a continuous learning platform in Q2 of 2025</a:t>
            </a:r>
          </a:p>
          <a:p>
            <a:pPr>
              <a:spcAft>
                <a:spcPts val="400"/>
              </a:spcAft>
              <a:defRPr sz="1600">
                <a:solidFill>
                  <a:srgbClr val="FF8243"/>
                </a:solidFill>
              </a:defRPr>
            </a:pPr>
            <a:r>
              <a:t>The company is considering a partnership with 3 new IT training vendors in 2025</a:t>
            </a:r>
          </a:p>
          <a:p>
            <a:pPr>
              <a:spcAft>
                <a:spcPts val="400"/>
              </a:spcAft>
              <a:defRPr sz="1600">
                <a:solidFill>
                  <a:srgbClr val="404040"/>
                </a:solidFill>
              </a:defRPr>
            </a:pPr>
            <a:r>
              <a:t>There is a plan to increase the IT training budget by 20% in 2025</a:t>
            </a:r>
          </a:p>
          <a:p>
            <a:pPr>
              <a:spcAft>
                <a:spcPts val="400"/>
              </a:spcAft>
              <a:defRPr sz="1600">
                <a:solidFill>
                  <a:srgbClr val="404040"/>
                </a:solidFill>
              </a:defRPr>
            </a:pPr>
            <a:r>
              <a:t>The company plans to conduct a skills gap analysis in Q3 of 2025 to inform future training plans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Our IT training sessions have played a significant role in enhancing our digital capabilities and service delivery in 2024. As we move forward, we need to continue investing in these sessions to maintain our competitive edge in the virtual healthcare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