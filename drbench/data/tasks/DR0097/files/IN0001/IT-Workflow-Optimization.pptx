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Streamlining IT Workflows for Enhanced Efficiency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MediConn Solutions continues to expand its virtual healthcare services, our IT operations have become vital to clinician efficiency and cost management. This presentation explores potential strategies for streamlining our IT workflows in Q4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Analysis of Current IT Operations and Expenses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As of Q4 2025, our operational expenses per virtual consultation average to roughly $10 CAD, indicating the cost efficiency of our IT infrastructure.</a:t>
            </a:r>
          </a:p>
          <a:p>
            <a:pPr>
              <a:spcAft>
                <a:spcPts val="600"/>
              </a:spcAft>
              <a:defRPr sz="1800">
                <a:solidFill>
                  <a:srgbClr val="404040"/>
                </a:solidFill>
              </a:defRPr>
            </a:pPr>
            <a:r>
              <a:t>This cost per consultation is a crucial baseline measure for operational efficiency and cost control.</a:t>
            </a:r>
          </a:p>
          <a:p>
            <a:pPr>
              <a:spcAft>
                <a:spcPts val="600"/>
              </a:spcAft>
              <a:defRPr sz="1800">
                <a:solidFill>
                  <a:srgbClr val="FF8C00"/>
                </a:solidFill>
              </a:defRPr>
            </a:pPr>
            <a:r>
              <a:t>The IT operating costs directly impact the overall expenses of the company, affecting the financial health of MediConn.</a:t>
            </a:r>
          </a:p>
          <a:p>
            <a:pPr>
              <a:spcAft>
                <a:spcPts val="600"/>
              </a:spcAft>
              <a:defRPr sz="1800">
                <a:solidFill>
                  <a:srgbClr val="404040"/>
                </a:solidFill>
              </a:defRPr>
            </a:pPr>
            <a:r>
              <a:t>While virtual healthcare expansion has improved accessibility, it has also escalated our overall expenses, necessitating the need for cost optimization strategies.</a:t>
            </a:r>
          </a:p>
          <a:p>
            <a:pPr>
              <a:spcAft>
                <a:spcPts val="600"/>
              </a:spcAft>
              <a:defRPr sz="1800">
                <a:solidFill>
                  <a:srgbClr val="404040"/>
                </a:solidFill>
              </a:defRPr>
            </a:pPr>
            <a:r>
              <a:t>The current IT cost per consultation offers room for improvement, implying potential areas of cost reduction and efficiency improvement.</a:t>
            </a:r>
          </a:p>
          <a:p>
            <a:pPr>
              <a:spcAft>
                <a:spcPts val="600"/>
              </a:spcAft>
              <a:defRPr sz="1800">
                <a:solidFill>
                  <a:srgbClr val="FF8C00"/>
                </a:solidFill>
              </a:defRPr>
            </a:pPr>
            <a:r>
              <a:t>Streamlining IT workflows could potentially reduce this cost further, thereby boosting clinician efficiency and cost management per consultation.</a:t>
            </a:r>
          </a:p>
          <a:p>
            <a:pPr>
              <a:spcAft>
                <a:spcPts val="600"/>
              </a:spcAft>
              <a:defRPr sz="1800">
                <a:solidFill>
                  <a:srgbClr val="404040"/>
                </a:solidFill>
              </a:defRPr>
            </a:pPr>
            <a:r>
              <a:t>Our goal moving forward is to leverage our IT capabilities to decrease this cost, enabling us to manage our per-consultation costs more effectively.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Proposed IT Workflow Enhancements for Q4 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Introduction of a new IT ticketing system</a:t>
            </a:r>
          </a:p>
          <a:p>
            <a:pPr>
              <a:spcAft>
                <a:spcPts val="600"/>
              </a:spcAft>
              <a:defRPr sz="1800">
                <a:solidFill>
                  <a:srgbClr val="404040"/>
                </a:solidFill>
              </a:defRPr>
            </a:pPr>
            <a:r>
              <a:t>Implementation of ITIL framework for IT service management</a:t>
            </a:r>
          </a:p>
          <a:p>
            <a:pPr>
              <a:spcAft>
                <a:spcPts val="600"/>
              </a:spcAft>
              <a:defRPr sz="1800">
                <a:solidFill>
                  <a:srgbClr val="FF8C00"/>
                </a:solidFill>
              </a:defRPr>
            </a:pPr>
            <a:r>
              <a:t>Upgrade of data center hardware</a:t>
            </a:r>
          </a:p>
          <a:p>
            <a:pPr>
              <a:spcAft>
                <a:spcPts val="600"/>
              </a:spcAft>
              <a:defRPr sz="1800">
                <a:solidFill>
                  <a:srgbClr val="404040"/>
                </a:solidFill>
              </a:defRPr>
            </a:pPr>
            <a:r>
              <a:t>Rollout of new cybersecurity measures</a:t>
            </a:r>
          </a:p>
          <a:p>
            <a:pPr>
              <a:spcAft>
                <a:spcPts val="600"/>
              </a:spcAft>
              <a:defRPr sz="1800">
                <a:solidFill>
                  <a:srgbClr val="404040"/>
                </a:solidFill>
              </a:defRPr>
            </a:pPr>
            <a:r>
              <a:t>Plan for the relocation of the IT department to a different office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Impact on Clinician Efficiency and Per-Consultation Costs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Trends in clinician efficiency over the past five years</a:t>
            </a:r>
          </a:p>
          <a:p>
            <a:pPr>
              <a:spcAft>
                <a:spcPts val="400"/>
              </a:spcAft>
              <a:defRPr sz="1600">
                <a:solidFill>
                  <a:srgbClr val="404040"/>
                </a:solidFill>
              </a:defRPr>
            </a:pPr>
            <a:r>
              <a:t>Comparison of per-consultation costs with industry averages</a:t>
            </a:r>
          </a:p>
          <a:p>
            <a:pPr>
              <a:spcAft>
                <a:spcPts val="400"/>
              </a:spcAft>
              <a:defRPr sz="1600">
                <a:solidFill>
                  <a:srgbClr val="FF8C00"/>
                </a:solidFill>
              </a:defRPr>
            </a:pPr>
            <a:r>
              <a:t>Lapsed time between patient appointment booking and consultation</a:t>
            </a:r>
          </a:p>
          <a:p>
            <a:pPr>
              <a:spcAft>
                <a:spcPts val="400"/>
              </a:spcAft>
              <a:defRPr sz="1600">
                <a:solidFill>
                  <a:srgbClr val="404040"/>
                </a:solidFill>
              </a:defRPr>
            </a:pPr>
            <a:r>
              <a:t>Patient satisfaction metrics related to clinician efficiency</a:t>
            </a:r>
          </a:p>
          <a:p>
            <a:pPr>
              <a:spcAft>
                <a:spcPts val="400"/>
              </a:spcAft>
              <a:defRPr sz="1600">
                <a:solidFill>
                  <a:srgbClr val="404040"/>
                </a:solidFill>
              </a:defRPr>
            </a:pPr>
            <a:r>
              <a:t>Analysis of the correlation between clinician experience and consultation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By optimizing our IT workflows, we can significantly enhance clinician efficiency and manage per-consultation costs effectively. Let's work together to implement these strategies and ensure MediConn's robust growth in the virtual healthcare industry.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