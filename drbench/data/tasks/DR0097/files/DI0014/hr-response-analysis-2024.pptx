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91970"/>
                </a:solidFill>
              </a:defRPr>
            </a:pPr>
            <a:r>
              <a:t>HR Response Efficiency Analysis 2024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This presentation provides an overview of our HR response efficiency for the year 2024. It focuses on the average response time to employee queries, among other key metrics.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Overview of 2024 HR Enquiries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In 2024, the HR department received a total of 2,500 queries from employees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About 40% of these queries were related to employee benefits and compensation</a:t>
            </a:r>
          </a:p>
          <a:p>
            <a:pPr>
              <a:spcAft>
                <a:spcPts val="400"/>
              </a:spcAft>
              <a:defRPr sz="1600">
                <a:solidFill>
                  <a:srgbClr val="FFA500"/>
                </a:solidFill>
              </a:defRPr>
            </a:pPr>
            <a:r>
              <a:t>Approximately 30% were about company policies and procedures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Roughly 20% were requests for clarification on job roles and responsibilities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remaining 10% of queries were miscellaneous, covering a wide range of topics</a:t>
            </a:r>
          </a:p>
          <a:p>
            <a:pPr>
              <a:spcAft>
                <a:spcPts val="400"/>
              </a:spcAft>
              <a:defRPr sz="1600">
                <a:solidFill>
                  <a:srgbClr val="FFA500"/>
                </a:solidFill>
              </a:defRPr>
            </a:pPr>
            <a:r>
              <a:t>To handle these queries, the HR department used an automated ticketing system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All queries were categorized and prioritized based on their nature and urgency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Average Response Time for HR 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In 2024, the HR department implemented a new service level agreement (SLA) for query response times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SLA aimed to improve on the industry average response time of 6 hours</a:t>
            </a:r>
          </a:p>
          <a:p>
            <a:pPr>
              <a:spcAft>
                <a:spcPts val="600"/>
              </a:spcAft>
              <a:defRPr sz="1800">
                <a:solidFill>
                  <a:srgbClr val="FFA500"/>
                </a:solidFill>
              </a:defRPr>
            </a:pPr>
            <a:r>
              <a:t>The HR team used a ticketing system to track and manage queries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system also helped identify bottlenecks and areas for improvement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Training sessions were held for HR staff to improve response times</a:t>
            </a:r>
          </a:p>
          <a:p>
            <a:pPr>
              <a:spcAft>
                <a:spcPts val="600"/>
              </a:spcAft>
              <a:defRPr sz="1800">
                <a:solidFill>
                  <a:srgbClr val="FFA500"/>
                </a:solidFill>
              </a:defRPr>
            </a:pPr>
            <a:r>
              <a:t>The HR department routinely reviewed their performance against the SLA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Impacts of Response Time on Employee Satisfaction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Faster response times are generally associated with higher employee satisfaction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HR department conducted regular employee satisfaction surveys</a:t>
            </a:r>
          </a:p>
          <a:p>
            <a:pPr>
              <a:spcAft>
                <a:spcPts val="600"/>
              </a:spcAft>
              <a:defRPr sz="1800">
                <a:solidFill>
                  <a:srgbClr val="FFA500"/>
                </a:solidFill>
              </a:defRPr>
            </a:pPr>
            <a:r>
              <a:t>In 2024, they observed a positive correlation between response times and satisfaction scores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However, satisfaction was also influenced by the quality and clarity of responses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HR department used these insights to refine their communication strategies</a:t>
            </a:r>
          </a:p>
          <a:p>
            <a:pPr>
              <a:spcAft>
                <a:spcPts val="600"/>
              </a:spcAft>
              <a:defRPr sz="1800">
                <a:solidFill>
                  <a:srgbClr val="FFA500"/>
                </a:solidFill>
              </a:defRPr>
            </a:pPr>
            <a:r>
              <a:t>Continued efforts are being made to balance speed and quality in HR responses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9197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A500"/>
                </a:solidFill>
              </a:defRPr>
            </a:pPr>
            <a:r>
              <a:t>In 2024, our HR department demonstrated commendable efficiency in response times. Going forward, we will focus on maintaining these standards and identify areas for further improvement.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