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7030A0"/>
                </a:solidFill>
              </a:defRPr>
            </a:pPr>
            <a:r>
              <a:t>Staff Engagement: Wong's Team-Building Impact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Today, we will analyze the influence of Jason Wong's team-building approach on staff participation in Lee's Market's annual picnic in 2025. This exploration will provide insights into how effective team-building strategies can improve employee engagement and satisfaction.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Overview of Staff Engagement Initiatives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Introduction of health and wellness programs in 2024 to improve employee wellbeing</a:t>
            </a:r>
          </a:p>
          <a:p>
            <a:pPr>
              <a:spcAft>
                <a:spcPts val="400"/>
              </a:spcAft>
              <a:defRPr sz="1600">
                <a:solidFill>
                  <a:srgbClr val="404040"/>
                </a:solidFill>
              </a:defRPr>
            </a:pPr>
            <a:r>
              <a:t>Launched a new company-wide mentoring program in 2023 to foster career development</a:t>
            </a:r>
          </a:p>
          <a:p>
            <a:pPr>
              <a:spcAft>
                <a:spcPts val="400"/>
              </a:spcAft>
              <a:defRPr sz="1600">
                <a:solidFill>
                  <a:srgbClr val="FFC000"/>
                </a:solidFill>
              </a:defRPr>
            </a:pPr>
            <a:r>
              <a:t>Initiated monthly departmental town hall meetings in 2022 to improve communication</a:t>
            </a:r>
          </a:p>
          <a:p>
            <a:pPr>
              <a:spcAft>
                <a:spcPts val="400"/>
              </a:spcAft>
              <a:defRPr sz="1600">
                <a:solidFill>
                  <a:srgbClr val="404040"/>
                </a:solidFill>
              </a:defRPr>
            </a:pPr>
            <a:r>
              <a:t>Implemented a peer recognition system in 2021 to celebrate individual contributions</a:t>
            </a:r>
          </a:p>
          <a:p>
            <a:pPr>
              <a:spcAft>
                <a:spcPts val="400"/>
              </a:spcAft>
              <a:defRPr sz="1600">
                <a:solidFill>
                  <a:srgbClr val="404040"/>
                </a:solidFill>
              </a:defRPr>
            </a:pPr>
            <a:r>
              <a:t>Started an annual diversity and inclusion training in 2020 to foster a more inclusive workplace environment</a:t>
            </a:r>
          </a:p>
          <a:p>
            <a:pPr>
              <a:spcAft>
                <a:spcPts val="400"/>
              </a:spcAft>
              <a:defRPr sz="1600">
                <a:solidFill>
                  <a:srgbClr val="FFC000"/>
                </a:solidFill>
              </a:defRPr>
            </a:pPr>
            <a:r>
              <a:t>Introduced flexible work schedule options in 2019 to improve work-life balance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Wong's Team-Building Strategy and Implementation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Developed a new team-building curriculum for new hires in Q3 of 2025</a:t>
            </a:r>
          </a:p>
          <a:p>
            <a:pPr>
              <a:spcAft>
                <a:spcPts val="600"/>
              </a:spcAft>
              <a:defRPr sz="1800">
                <a:solidFill>
                  <a:srgbClr val="404040"/>
                </a:solidFill>
              </a:defRPr>
            </a:pPr>
            <a:r>
              <a:t>Introduced a monthly team-building workshop for all departments in Q2 of 2025</a:t>
            </a:r>
          </a:p>
          <a:p>
            <a:pPr>
              <a:spcAft>
                <a:spcPts val="600"/>
              </a:spcAft>
              <a:defRPr sz="1800">
                <a:solidFill>
                  <a:srgbClr val="FFC000"/>
                </a:solidFill>
              </a:defRPr>
            </a:pPr>
            <a:r>
              <a:t>Implemented a new system for measuring team collaboration metrics in Q1 of 2025</a:t>
            </a:r>
          </a:p>
          <a:p>
            <a:pPr>
              <a:spcAft>
                <a:spcPts val="600"/>
              </a:spcAft>
              <a:defRPr sz="1800">
                <a:solidFill>
                  <a:srgbClr val="404040"/>
                </a:solidFill>
              </a:defRPr>
            </a:pPr>
            <a:r>
              <a:t>Spearheaded an inter-departmental project exchange program in 2024</a:t>
            </a:r>
          </a:p>
          <a:p>
            <a:pPr>
              <a:spcAft>
                <a:spcPts val="600"/>
              </a:spcAft>
              <a:defRPr sz="1800">
                <a:solidFill>
                  <a:srgbClr val="404040"/>
                </a:solidFill>
              </a:defRPr>
            </a:pPr>
            <a:r>
              <a:t>Facilitated a series of team-building exercises during the company retreat in 2023</a:t>
            </a:r>
          </a:p>
          <a:p>
            <a:pPr>
              <a:spcAft>
                <a:spcPts val="600"/>
              </a:spcAft>
              <a:defRPr sz="1800">
                <a:solidFill>
                  <a:srgbClr val="FFC000"/>
                </a:solidFill>
              </a:defRPr>
            </a:pPr>
            <a:r>
              <a:t>Launched a team-building mobile application for remote employees in 2022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Impact on Staff Picnic Attendance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Incorporated picnic-themed sales campaign during Q2 of 2025</a:t>
            </a:r>
          </a:p>
          <a:p>
            <a:pPr>
              <a:spcAft>
                <a:spcPts val="600"/>
              </a:spcAft>
              <a:defRPr sz="1800">
                <a:solidFill>
                  <a:srgbClr val="404040"/>
                </a:solidFill>
              </a:defRPr>
            </a:pPr>
            <a:r>
              <a:t>Cross-promoted picnic event in monthly newsletter throughout 2025</a:t>
            </a:r>
          </a:p>
          <a:p>
            <a:pPr>
              <a:spcAft>
                <a:spcPts val="600"/>
              </a:spcAft>
              <a:defRPr sz="1800">
                <a:solidFill>
                  <a:srgbClr val="FFC000"/>
                </a:solidFill>
              </a:defRPr>
            </a:pPr>
            <a:r>
              <a:t>Collaborated with local vendors to provide unique food and beverage selections at the picnic</a:t>
            </a:r>
          </a:p>
          <a:p>
            <a:pPr>
              <a:spcAft>
                <a:spcPts val="600"/>
              </a:spcAft>
              <a:defRPr sz="1800">
                <a:solidFill>
                  <a:srgbClr val="404040"/>
                </a:solidFill>
              </a:defRPr>
            </a:pPr>
            <a:r>
              <a:t>Utilized social media to promote the event and create anticipation</a:t>
            </a:r>
          </a:p>
          <a:p>
            <a:pPr>
              <a:spcAft>
                <a:spcPts val="600"/>
              </a:spcAft>
              <a:defRPr sz="1800">
                <a:solidFill>
                  <a:srgbClr val="404040"/>
                </a:solidFill>
              </a:defRPr>
            </a:pPr>
            <a:r>
              <a:t>Organized a series of pre-picnic activities to boost employee interest</a:t>
            </a:r>
          </a:p>
          <a:p>
            <a:pPr>
              <a:spcAft>
                <a:spcPts val="600"/>
              </a:spcAft>
              <a:defRPr sz="1800">
                <a:solidFill>
                  <a:srgbClr val="FFC000"/>
                </a:solidFill>
              </a:defRPr>
            </a:pPr>
            <a:r>
              <a:t>Employed a digital sign-up system to streamline the picnic registration process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Jason Wong's team-building approach significantly boosted staff attendance at Lee's Market's annual picnic, demonstrating the value of effective engagement strategies. Moving forward, we recommend analyzing other internal events to assess the broad effectiveness of these strategies.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