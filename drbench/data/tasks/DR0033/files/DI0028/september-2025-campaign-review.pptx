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Review of September 2025 Coupon Campaign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aims to analyze the September 2025 coupon campaign, with a particular focus on Jason Wong's involvement and its impact on overall results. We will also explore related marketing strategies during the same period.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September 2025 Campaign Overview</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campaign launched on September 1, 2025</a:t>
            </a:r>
          </a:p>
          <a:p>
            <a:pPr>
              <a:spcAft>
                <a:spcPts val="600"/>
              </a:spcAft>
              <a:defRPr sz="1800">
                <a:solidFill>
                  <a:srgbClr val="404040"/>
                </a:solidFill>
              </a:defRPr>
            </a:pPr>
            <a:r>
              <a:t>The campaign included both in-store and online offers</a:t>
            </a:r>
          </a:p>
          <a:p>
            <a:pPr>
              <a:spcAft>
                <a:spcPts val="600"/>
              </a:spcAft>
              <a:defRPr sz="1800">
                <a:solidFill>
                  <a:srgbClr val="FFC000"/>
                </a:solidFill>
              </a:defRPr>
            </a:pPr>
            <a:r>
              <a:t>A comprehensive range of products were included in the campaign</a:t>
            </a:r>
          </a:p>
          <a:p>
            <a:pPr>
              <a:spcAft>
                <a:spcPts val="600"/>
              </a:spcAft>
              <a:defRPr sz="1800">
                <a:solidFill>
                  <a:srgbClr val="404040"/>
                </a:solidFill>
              </a:defRPr>
            </a:pPr>
            <a:r>
              <a:t>The campaign was promoted via social media, email newsletters, and in-store signage</a:t>
            </a:r>
          </a:p>
          <a:p>
            <a:pPr>
              <a:spcAft>
                <a:spcPts val="600"/>
              </a:spcAft>
              <a:defRPr sz="1800">
                <a:solidFill>
                  <a:srgbClr val="404040"/>
                </a:solidFill>
              </a:defRPr>
            </a:pPr>
            <a:r>
              <a:t>The campaign ended on September 30, 2025</a:t>
            </a:r>
          </a:p>
          <a:p>
            <a:pPr>
              <a:spcAft>
                <a:spcPts val="600"/>
              </a:spcAft>
              <a:defRPr sz="1800">
                <a:solidFill>
                  <a:srgbClr val="FFC000"/>
                </a:solidFill>
              </a:defRPr>
            </a:pPr>
            <a:r>
              <a:t>A post-campaign customer satisfaction survey was conducted in October 2025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Jason Wong's Role in Campaign Execution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Jason Wong is the Marketing Manager of Lee's Market</a:t>
            </a:r>
          </a:p>
          <a:p>
            <a:pPr>
              <a:spcAft>
                <a:spcPts val="600"/>
              </a:spcAft>
              <a:defRPr sz="1800">
                <a:solidFill>
                  <a:srgbClr val="404040"/>
                </a:solidFill>
              </a:defRPr>
            </a:pPr>
            <a:r>
              <a:t>Wong has been with the company for over 5 years</a:t>
            </a:r>
          </a:p>
          <a:p>
            <a:pPr>
              <a:spcAft>
                <a:spcPts val="600"/>
              </a:spcAft>
              <a:defRPr sz="1800">
                <a:solidFill>
                  <a:srgbClr val="FFC000"/>
                </a:solidFill>
              </a:defRPr>
            </a:pPr>
            <a:r>
              <a:t>Under Wong's leadership, the marketing team grew by 15%</a:t>
            </a:r>
          </a:p>
          <a:p>
            <a:pPr>
              <a:spcAft>
                <a:spcPts val="600"/>
              </a:spcAft>
              <a:defRPr sz="1800">
                <a:solidFill>
                  <a:srgbClr val="404040"/>
                </a:solidFill>
              </a:defRPr>
            </a:pPr>
            <a:r>
              <a:t>Wong initiated the use of digital marketing tools to streamline campaign tracking</a:t>
            </a:r>
          </a:p>
          <a:p>
            <a:pPr>
              <a:spcAft>
                <a:spcPts val="600"/>
              </a:spcAft>
              <a:defRPr sz="1800">
                <a:solidFill>
                  <a:srgbClr val="404040"/>
                </a:solidFill>
              </a:defRPr>
            </a:pPr>
            <a:r>
              <a:t>Wong's team consists of 20 marketing professionals specializing in different areas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Comparative Analysis: Previous Marketing Efforts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The September 2024 campaign saw a 10% increase in customer engagement compared to previous year</a:t>
            </a:r>
          </a:p>
          <a:p>
            <a:pPr>
              <a:spcAft>
                <a:spcPts val="400"/>
              </a:spcAft>
              <a:defRPr sz="1600">
                <a:solidFill>
                  <a:srgbClr val="404040"/>
                </a:solidFill>
              </a:defRPr>
            </a:pPr>
            <a:r>
              <a:t>The Q1 2025 campaign was the most successful in terms of sales</a:t>
            </a:r>
          </a:p>
          <a:p>
            <a:pPr>
              <a:spcAft>
                <a:spcPts val="400"/>
              </a:spcAft>
              <a:defRPr sz="1600">
                <a:solidFill>
                  <a:srgbClr val="FFC000"/>
                </a:solidFill>
              </a:defRPr>
            </a:pPr>
            <a:r>
              <a:t>The Q2 2025 campaign had the highest customer satisfaction rating</a:t>
            </a:r>
          </a:p>
          <a:p>
            <a:pPr>
              <a:spcAft>
                <a:spcPts val="400"/>
              </a:spcAft>
              <a:defRPr sz="1600">
                <a:solidFill>
                  <a:srgbClr val="404040"/>
                </a:solidFill>
              </a:defRPr>
            </a:pPr>
            <a:r>
              <a:t>The Q3 2025 campaign, which included the September campaign, outperformed the Q3 2024 campaign</a:t>
            </a:r>
          </a:p>
          <a:p>
            <a:pPr>
              <a:spcAft>
                <a:spcPts val="400"/>
              </a:spcAft>
              <a:defRPr sz="1600">
                <a:solidFill>
                  <a:srgbClr val="404040"/>
                </a:solidFill>
              </a:defRPr>
            </a:pPr>
            <a:r>
              <a:t>The June 2025 campaign was the least successful in terms of customer engagement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Our analysis has shed light on Jason Wong's significant contribution to the successful execution of our September 2025 coupon campaign. Moving forward, we will incorporate the insights gained in our future marketing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