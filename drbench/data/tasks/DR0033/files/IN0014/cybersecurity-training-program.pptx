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Cybersecurity Training &amp; Awareness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expand our operations and digital footprint, it's critical to enhance our cybersecurity posture. This presentation aims to outline a comprehensive cybersecurity awareness and training program to mitigate risks associated with high employee turnover and seasonal hiring.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Understanding Our Security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Our seasonal workforce displays a significantly lower turnover rate of 19% when provided with cybersecurity training, compared to 41% for untrained staff.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Trained seasonal staff resulted in 65% fewer security errors or reported incidents, demonstrating the efficacy of our training programs.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correlation between cybersecurity training and lower turnover suggests an increased sense of job competency and security.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substantial reduction in security incidents among trained staff underscores the importance of extending cybersecurity awareness to all employees, irrespective of contract length.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By reducing security errors, we can minimize operational disruptions and maintain the integrity of our customer and operational data.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Our training program's success with seasonal staff highlights the need for continuous investment in cybersecurity awareness as part of our broader growth strategy in the U.S. and Canada.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Addressing the training needs of temporary hires can help us maintain a robust security posture during peak hiring periods, mitigating potential risk exposure.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Mitigating Risks Through Employee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All new employees at Lee's Market undergo a basic cybersecurity awareness training as part of their onboarding process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2024, we held quarterly cybersecurity refresher courses for all employees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We are investing in advanced cybersecurity training for our IT and Security teams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training modules cover security best practices, like setting strong passwords and recognizing suspicious emails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2024, we launched a successful 'Security Champion' program where selected employees received advanced training and were responsible for promoting cybersecurity awareness in their respective departments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We use gamified training modules to engage our employees in cybersecurity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Creating a Culture of Cybersecurity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hold annual 'Cybersecurity Week' events, aimed at increasing awareness among our employees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Cybersecurity posters and reminders are placed strategically in every office and store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We have a 'cybersecurity tip of the month' included in our corporate newsletter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Employees are encouraged to report any security concerns immediately to the IT &amp; Security department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regularly share news and updates on major cybersecurity incidents in the retail industry to keep our employees informed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Our cybersecurity policies are reviewed and updated annually to keep up with the evolving threat landscape.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By implementing a robust training program and fostering a culture of cybersecurity awareness, we can significantly reduce the potential for security incidents. We'll be working closely with HR and Operations to roll out these initiatives and monitor their effectiveness.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