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Outage Preparedness: Lee's Market Case Study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be discussing our preparation and response to the 2025 power outages, with a focus on generator activations. This case study will provide insight into our strategic decision-making and operational efficiency during crisis.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2025 Power Outages Impact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National power outages affected over 1.5 million businesses in 2025</a:t>
            </a:r>
          </a:p>
          <a:p>
            <a:pPr>
              <a:spcAft>
                <a:spcPts val="400"/>
              </a:spcAft>
              <a:defRPr sz="1600">
                <a:solidFill>
                  <a:srgbClr val="404040"/>
                </a:solidFill>
              </a:defRPr>
            </a:pPr>
            <a:r>
              <a:t>During outages, average business downtime was around 5 hours</a:t>
            </a:r>
          </a:p>
          <a:p>
            <a:pPr>
              <a:spcAft>
                <a:spcPts val="400"/>
              </a:spcAft>
              <a:defRPr sz="1600">
                <a:solidFill>
                  <a:srgbClr val="FFA500"/>
                </a:solidFill>
              </a:defRPr>
            </a:pPr>
            <a:r>
              <a:t>Loss of refrigeration posed potential risks to perishable goods within the retail industry</a:t>
            </a:r>
          </a:p>
          <a:p>
            <a:pPr>
              <a:spcAft>
                <a:spcPts val="400"/>
              </a:spcAft>
              <a:defRPr sz="1600">
                <a:solidFill>
                  <a:srgbClr val="404040"/>
                </a:solidFill>
              </a:defRPr>
            </a:pPr>
            <a:r>
              <a:t>The U.S. retail sector's economic loss from outages was estimated at $3.5 billion</a:t>
            </a:r>
          </a:p>
          <a:p>
            <a:pPr>
              <a:spcAft>
                <a:spcPts val="400"/>
              </a:spcAft>
              <a:defRPr sz="1600">
                <a:solidFill>
                  <a:srgbClr val="404040"/>
                </a:solidFill>
              </a:defRPr>
            </a:pPr>
            <a:r>
              <a:t>Companies without emergency response plans suffered significantly more damages</a:t>
            </a:r>
          </a:p>
          <a:p>
            <a:pPr>
              <a:spcAft>
                <a:spcPts val="400"/>
              </a:spcAft>
              <a:defRPr sz="1600">
                <a:solidFill>
                  <a:srgbClr val="FFA500"/>
                </a:solidFill>
              </a:defRPr>
            </a:pPr>
            <a:r>
              <a:t>Power outages led to an increase in the use of alternative energy sources like generators and solar panels</a:t>
            </a:r>
          </a:p>
          <a:p>
            <a:pPr>
              <a:spcAft>
                <a:spcPts val="400"/>
              </a:spcAft>
              <a:defRPr sz="1600">
                <a:solidFill>
                  <a:srgbClr val="404040"/>
                </a:solidFill>
              </a:defRPr>
            </a:pPr>
            <a:r>
              <a:t>Increased demand for emergency power solutions resulted in higher prices for generators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Generator Activation Strategy &amp; Execution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Generator activation is a crucial part of any business continuity plan</a:t>
            </a:r>
          </a:p>
          <a:p>
            <a:pPr>
              <a:spcAft>
                <a:spcPts val="600"/>
              </a:spcAft>
              <a:defRPr sz="1800">
                <a:solidFill>
                  <a:srgbClr val="404040"/>
                </a:solidFill>
              </a:defRPr>
            </a:pPr>
            <a:r>
              <a:t>Adequate fuel supply is essential for continuous generator operation</a:t>
            </a:r>
          </a:p>
          <a:p>
            <a:pPr>
              <a:spcAft>
                <a:spcPts val="600"/>
              </a:spcAft>
              <a:defRPr sz="1800">
                <a:solidFill>
                  <a:srgbClr val="FFA500"/>
                </a:solidFill>
              </a:defRPr>
            </a:pPr>
            <a:r>
              <a:t>Generator maintenance is critical for reliable operation during power outages</a:t>
            </a:r>
          </a:p>
          <a:p>
            <a:pPr>
              <a:spcAft>
                <a:spcPts val="600"/>
              </a:spcAft>
              <a:defRPr sz="1800">
                <a:solidFill>
                  <a:srgbClr val="404040"/>
                </a:solidFill>
              </a:defRPr>
            </a:pPr>
            <a:r>
              <a:t>Training staff on generator operation procedures can enhance emergency preparedness</a:t>
            </a:r>
          </a:p>
          <a:p>
            <a:pPr>
              <a:spcAft>
                <a:spcPts val="600"/>
              </a:spcAft>
              <a:defRPr sz="1800">
                <a:solidFill>
                  <a:srgbClr val="404040"/>
                </a:solidFill>
              </a:defRPr>
            </a:pPr>
            <a:r>
              <a:t>Regular testing of generator activation processes can help identify potential issues</a:t>
            </a:r>
          </a:p>
          <a:p>
            <a:pPr>
              <a:spcAft>
                <a:spcPts val="600"/>
              </a:spcAft>
              <a:defRPr sz="1800">
                <a:solidFill>
                  <a:srgbClr val="FFA500"/>
                </a:solidFill>
              </a:defRPr>
            </a:pPr>
            <a:r>
              <a:t>Ensuring compliance with local regulations is vital when installing and operating generators</a:t>
            </a:r>
          </a:p>
          <a:p>
            <a:pPr>
              <a:spcAft>
                <a:spcPts val="600"/>
              </a:spcAft>
              <a:defRPr sz="1800">
                <a:solidFill>
                  <a:srgbClr val="404040"/>
                </a:solidFill>
              </a:defRPr>
            </a:pPr>
            <a:r>
              <a:t>Documentation of generator activation procedures supports compliance and aids staff training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Role of Leadership: Jason Wong's Approach</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Leaders play a pivotal role in crisis management</a:t>
            </a:r>
          </a:p>
          <a:p>
            <a:pPr>
              <a:spcAft>
                <a:spcPts val="600"/>
              </a:spcAft>
              <a:defRPr sz="1800">
                <a:solidFill>
                  <a:srgbClr val="404040"/>
                </a:solidFill>
              </a:defRPr>
            </a:pPr>
            <a:r>
              <a:t>Effective leaders communicate clear guidelines and expectations to their teams</a:t>
            </a:r>
          </a:p>
          <a:p>
            <a:pPr>
              <a:spcAft>
                <a:spcPts val="600"/>
              </a:spcAft>
              <a:defRPr sz="1800">
                <a:solidFill>
                  <a:srgbClr val="FFA500"/>
                </a:solidFill>
              </a:defRPr>
            </a:pPr>
            <a:r>
              <a:t>Jason Wong is known for his hands-on approach and direct communication style</a:t>
            </a:r>
          </a:p>
          <a:p>
            <a:pPr>
              <a:spcAft>
                <a:spcPts val="600"/>
              </a:spcAft>
              <a:defRPr sz="1800">
                <a:solidFill>
                  <a:srgbClr val="404040"/>
                </a:solidFill>
              </a:defRPr>
            </a:pPr>
            <a:r>
              <a:t>Wong's leadership style emphasizes the importance of teamwork and collaboration</a:t>
            </a:r>
          </a:p>
          <a:p>
            <a:pPr>
              <a:spcAft>
                <a:spcPts val="600"/>
              </a:spcAft>
              <a:defRPr sz="1800">
                <a:solidFill>
                  <a:srgbClr val="404040"/>
                </a:solidFill>
              </a:defRPr>
            </a:pPr>
            <a:r>
              <a:t>Under Jason Wong's leadership, the company implemented numerous operational improvements</a:t>
            </a:r>
          </a:p>
          <a:p>
            <a:pPr>
              <a:spcAft>
                <a:spcPts val="600"/>
              </a:spcAft>
              <a:defRPr sz="1800">
                <a:solidFill>
                  <a:srgbClr val="FFA500"/>
                </a:solidFill>
              </a:defRPr>
            </a:pPr>
            <a:r>
              <a:t>Wong encourages open communication and feedback within the organization</a:t>
            </a:r>
          </a:p>
          <a:p>
            <a:pPr>
              <a:spcAft>
                <a:spcPts val="600"/>
              </a:spcAft>
              <a:defRPr sz="1800">
                <a:solidFill>
                  <a:srgbClr val="404040"/>
                </a:solidFill>
              </a:defRPr>
            </a:pPr>
            <a:r>
              <a:t>Jason Wong has a successful track record of leading the company during challenging times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In conclusion, Lee's Market's effective preparation and strategic response to the power outages ensured minimal disruption to our operations. Moving forward, we should continue to refine and improve our crisis management strategies based on these learnings.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