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Cybersecurity Training Strategy for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Lee's Market expands its footprint across US and Canada, protecting our digital infrastructure from security threats becomes paramount. This presentation outlines our strategy for implementing a robust cybersecurity awareness and training program by 2025 to mitigate risks associated with high employee turnover and seasonal hiring.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Current State of Cybersecurity at Lee's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During the peak holiday season in December 2024, a security training gap was observed as only slightly above half of the new hires were onboarded with cybersecurity training before they received system access.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lack of comprehensive training for 47% of new hires during the busiest retail period potentially exposes Lee's Market to increased cybersecurity risks.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The current training process is inconsistent with industry trends, where 78% of temporary retail employees do not receive social engineering training.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gaps in safe internet, social media usage guidance, and mock email phishing training are of particular concern, given VikingCloud's report indicating an industry-wide lack of these critical training components.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situation is exacerbated by the fact that 52% of retailers report inadequate internal IT resources to keep up with the evolving cyberattack methods.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The current state of cybersecurity training not only poses a threat to the operational security but also hinders our growth in the U.S. and Canadian markets.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strategic shift in our approach to cybersecurity training is required to ensure the security of our digital and operational infrastructure.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Challenges in Maintaining Cybersecurity Amidst High Employee Turnover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Temporary employees constitute 35% of our workforce annually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Training temporary employees on cybersecurity best practices is a time-consuming process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30% of reported incidents involved temporary employees in 2024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high turnover rate affects the consistency of our security measures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We've seen a rise in phishing attacks targeting temporary employees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Employee churn increases the risk of internal threats and data leaks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Designing a Cybersecurity Training Program for Sustainable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training program will be developed in line with industry best practices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Partnerships with external cybersecurity training providers are being considered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Aiming to implement regular training sessions for all new hires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Considering an annual refresher course for all employees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Plans to develop micro-learning modules for easy access and learning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 cost of developing the training program is estimated to be around $1.5M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Implementing a robust cybersecurity training program is key to safeguarding our digital infrastructure as we grow. Next steps include detailed planning, securing budget approvals, and initiating pilot training sessions in select stores.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