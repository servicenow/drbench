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IT &amp; Security Team Expansion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will provide an overview of the growth and development in our IT &amp; Security team during 2024. We'll be looking at new hires, their roles, and the impact on our overall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Overview of 2024 Staffing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Consolidation of regional HR departments into a unified, central HR group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Implementation of a new talent acquisition strategy to attract diverse candidates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Launch of a comprehensive employee training and development program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Strengthening of retention strategies, leading to a 15% decrease in staff turnover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Expansion of remote work policies to cater to a distributed workforce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Introduction of a new performance evaluation system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 in total workforce by 10%, primarily in operations and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Profiles of New IT &amp; Security 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Introduction of team members with backgrounds in cloud security and data protection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Highlight of new hires who are certified in industry-recognized certifications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Emphasis on new team members' experience with agile development methodologies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Review of new hires' previous roles in Fortune 500 companies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Discussion on the diverse educational backgrounds of the new team members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Showcase of new hires who have made significant contributions to open-source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Impact of New Hires on Operational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Improvement in average response time to internal IT support tickets by 20%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Enhancement of system uptime from 98% to 99.7%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Increase in successful patch and update deployments by 30%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Reduction in average time to detect and isolate security incidents by 25%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Improvement in the efficiency of the change management process by 15%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Positive impact on the organization's ISO 27001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The expansion of our IT &amp; Security team has considerably strengthened our capacity to deliver secure, efficient, and innovative services. Moving forward, we'll continue to invest in our team to support our growing business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