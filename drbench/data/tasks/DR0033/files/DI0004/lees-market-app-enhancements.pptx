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Lee's Market App: Recent Enhancements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discuss the recent updates made to the Lee's Market App and their impact on customer experience. We will delve into the specifics of the changes implemented and their alignment with our business objectives.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Understanding the Need for App Updates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App updates are integral to maintaining user engagement and satisfaction</a:t>
            </a:r>
          </a:p>
          <a:p>
            <a:pPr>
              <a:spcAft>
                <a:spcPts val="600"/>
              </a:spcAft>
              <a:defRPr sz="1800">
                <a:solidFill>
                  <a:srgbClr val="404040"/>
                </a:solidFill>
              </a:defRPr>
            </a:pPr>
            <a:r>
              <a:t>Regular updates ensure app compatibility with the latest operating systems</a:t>
            </a:r>
          </a:p>
          <a:p>
            <a:pPr>
              <a:spcAft>
                <a:spcPts val="600"/>
              </a:spcAft>
              <a:defRPr sz="1800">
                <a:solidFill>
                  <a:srgbClr val="4682B4"/>
                </a:solidFill>
              </a:defRPr>
            </a:pPr>
            <a:r>
              <a:t>Updates can help improve app security and safeguard user data</a:t>
            </a:r>
          </a:p>
          <a:p>
            <a:pPr>
              <a:spcAft>
                <a:spcPts val="600"/>
              </a:spcAft>
              <a:defRPr sz="1800">
                <a:solidFill>
                  <a:srgbClr val="404040"/>
                </a:solidFill>
              </a:defRPr>
            </a:pPr>
            <a:r>
              <a:t>They provide an opportunity to introduce new features and improve existing ones</a:t>
            </a:r>
          </a:p>
          <a:p>
            <a:pPr>
              <a:spcAft>
                <a:spcPts val="600"/>
              </a:spcAft>
              <a:defRPr sz="1800">
                <a:solidFill>
                  <a:srgbClr val="404040"/>
                </a:solidFill>
              </a:defRPr>
            </a:pPr>
            <a:r>
              <a:t>Performance enhancements and bug fixes are often addressed in updates</a:t>
            </a:r>
          </a:p>
          <a:p>
            <a:pPr>
              <a:spcAft>
                <a:spcPts val="600"/>
              </a:spcAft>
              <a:defRPr sz="1800">
                <a:solidFill>
                  <a:srgbClr val="4682B4"/>
                </a:solidFill>
              </a:defRPr>
            </a:pPr>
            <a:r>
              <a:t>User feedback and data analytics can drive the decision-making process for updates</a:t>
            </a:r>
          </a:p>
          <a:p>
            <a:pPr>
              <a:spcAft>
                <a:spcPts val="600"/>
              </a:spcAft>
              <a:defRPr sz="1800">
                <a:solidFill>
                  <a:srgbClr val="404040"/>
                </a:solidFill>
              </a:defRPr>
            </a:pPr>
            <a:r>
              <a:t>App updates can help maintain a competitive edge in the market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Features in the Latest App Update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Artificial Intelligence (AI) and Machine Learning (ML) are frequently used to enhance personalized recommendations</a:t>
            </a:r>
          </a:p>
          <a:p>
            <a:pPr>
              <a:spcAft>
                <a:spcPts val="600"/>
              </a:spcAft>
              <a:defRPr sz="1800">
                <a:solidFill>
                  <a:srgbClr val="404040"/>
                </a:solidFill>
              </a:defRPr>
            </a:pPr>
            <a:r>
              <a:t>Advanced search features can make product discovery easier for users</a:t>
            </a:r>
          </a:p>
          <a:p>
            <a:pPr>
              <a:spcAft>
                <a:spcPts val="600"/>
              </a:spcAft>
              <a:defRPr sz="1800">
                <a:solidFill>
                  <a:srgbClr val="4682B4"/>
                </a:solidFill>
              </a:defRPr>
            </a:pPr>
            <a:r>
              <a:t>New payment methods can be introduced to provide more convenience</a:t>
            </a:r>
          </a:p>
          <a:p>
            <a:pPr>
              <a:spcAft>
                <a:spcPts val="600"/>
              </a:spcAft>
              <a:defRPr sz="1800">
                <a:solidFill>
                  <a:srgbClr val="404040"/>
                </a:solidFill>
              </a:defRPr>
            </a:pPr>
            <a:r>
              <a:t>Customer loyalty program integration can encourage repeat purchases</a:t>
            </a:r>
          </a:p>
          <a:p>
            <a:pPr>
              <a:spcAft>
                <a:spcPts val="600"/>
              </a:spcAft>
              <a:defRPr sz="1800">
                <a:solidFill>
                  <a:srgbClr val="404040"/>
                </a:solidFill>
              </a:defRPr>
            </a:pPr>
            <a:r>
              <a:t>Enhanced image recognition can improve user experience in product scanning</a:t>
            </a:r>
          </a:p>
          <a:p>
            <a:pPr>
              <a:spcAft>
                <a:spcPts val="600"/>
              </a:spcAft>
              <a:defRPr sz="1800">
                <a:solidFill>
                  <a:srgbClr val="4682B4"/>
                </a:solidFill>
              </a:defRPr>
            </a:pPr>
            <a:r>
              <a:t>Augmented Reality (AR) can be used to offer a virtual store browsing experience</a:t>
            </a:r>
          </a:p>
          <a:p>
            <a:pPr>
              <a:spcAft>
                <a:spcPts val="600"/>
              </a:spcAft>
              <a:defRPr sz="1800">
                <a:solidFill>
                  <a:srgbClr val="404040"/>
                </a:solidFill>
              </a:defRPr>
            </a:pPr>
            <a:r>
              <a:t>Integration with social media platforms can facilitate sharing of product lists or recipes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Feedback and Performance Post-Update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User reviews and ratings can provide valuable insights into app performance post-update</a:t>
            </a:r>
          </a:p>
          <a:p>
            <a:pPr>
              <a:spcAft>
                <a:spcPts val="400"/>
              </a:spcAft>
              <a:defRPr sz="1600">
                <a:solidFill>
                  <a:srgbClr val="404040"/>
                </a:solidFill>
              </a:defRPr>
            </a:pPr>
            <a:r>
              <a:t>App store rankings can reflect the app's market perception after an update</a:t>
            </a:r>
          </a:p>
          <a:p>
            <a:pPr>
              <a:spcAft>
                <a:spcPts val="400"/>
              </a:spcAft>
              <a:defRPr sz="1600">
                <a:solidFill>
                  <a:srgbClr val="4682B4"/>
                </a:solidFill>
              </a:defRPr>
            </a:pPr>
            <a:r>
              <a:t>User engagement metrics such as session duration and frequency can indicate app performance</a:t>
            </a:r>
          </a:p>
          <a:p>
            <a:pPr>
              <a:spcAft>
                <a:spcPts val="400"/>
              </a:spcAft>
              <a:defRPr sz="1600">
                <a:solidFill>
                  <a:srgbClr val="404040"/>
                </a:solidFill>
              </a:defRPr>
            </a:pPr>
            <a:r>
              <a:t>Conversion rates can help measure the impact of the update on sales</a:t>
            </a:r>
          </a:p>
          <a:p>
            <a:pPr>
              <a:spcAft>
                <a:spcPts val="400"/>
              </a:spcAft>
              <a:defRPr sz="1600">
                <a:solidFill>
                  <a:srgbClr val="404040"/>
                </a:solidFill>
              </a:defRPr>
            </a:pPr>
            <a:r>
              <a:t>User retention rates can show if the update has improved user loyalty</a:t>
            </a:r>
          </a:p>
          <a:p>
            <a:pPr>
              <a:spcAft>
                <a:spcPts val="400"/>
              </a:spcAft>
              <a:defRPr sz="1600">
                <a:solidFill>
                  <a:srgbClr val="4682B4"/>
                </a:solidFill>
              </a:defRPr>
            </a:pPr>
            <a:r>
              <a:t>App crash reports can provide information on any technical issues post-update</a:t>
            </a:r>
          </a:p>
          <a:p>
            <a:pPr>
              <a:spcAft>
                <a:spcPts val="400"/>
              </a:spcAft>
              <a:defRPr sz="1600">
                <a:solidFill>
                  <a:srgbClr val="404040"/>
                </a:solidFill>
              </a:defRPr>
            </a:pPr>
            <a:r>
              <a:t>A/B testing can be used to gauge user response to new features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The latest update to the Lee's Market app has been designed to enhance user experience and meet evolving customer expectations. Moving forward, we will continue to monitor user feedback and performance metrics to make necessary improvements.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