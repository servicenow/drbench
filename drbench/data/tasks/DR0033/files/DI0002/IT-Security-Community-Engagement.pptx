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IT &amp; Security Department's Community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details the community engagement efforts of our IT &amp; Security Department in 2025. Specifically, we will focus on our collaboration with the local food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Lee's Market's Corporate Social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has been committed to corporate social responsibility (CSR) since its inception in 1985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Each year, the company dedicates approximately 5% of its profits to various CSR initiatives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In 2020, Lee's Market launched a company-wide sustainability campaign to reduce its carbon footprint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has sponsored over 20 local cultural events in the past five years as part of its commitment to preserving Asian traditions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volunteering is a key pillar of Lee's Market's CSR strategy, with each department encouraged to participate in local initiatives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In 2022, Lee's Market was recognized as one of the top 100 companies for corporate social responsibility by Forbes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IT &amp; Security Department's 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&amp; Security department has been an active participant in Lee's Market's CSR initiatives since 2015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department has partnered with local educational institutions to promote IT literacy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In 2023, the department launched a mentorship program for students interested in cybersecurity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department organizes an annual hackathon to raise funds for local charities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&amp; Security department has also been involved in initiatives aimed at increasing women's representation in tech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In 2024, the department received an award for its commitment to community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Impact and Insights from the Food Bank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collaboration with the local food bank has been an integral part of Lee's Market's CSR efforts since 2020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Employees across all departments have reported increased morale and team cohesion as a result of participating in the food bank initiative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initiative has helped the food bank serve an additional 10,000 meals annually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Market's partnership with the food bank has been recognized by local media, enhancing the company's public image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plans to expand its partnership with the food bank to other cities in the future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In 2024, Lee's Market was named 'Corporate Partner of the Year' by the food bank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Our IT &amp; Security team’s commitment to volunteering has strengthened our corporate social responsibility efforts. Moving forward, we will explore more opportunities for team-building activities that also benefit our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