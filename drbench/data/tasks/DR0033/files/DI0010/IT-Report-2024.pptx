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IT Infrastructure Report 2024: Lee's 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insights into the IT &amp; Security operations at Lee's Market in 2024, focusing on hardware management. It particularly highlights the update and replacement of employee computers.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Overview of IT Assets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Lee's Market's IT Assets Management policy was updated in 2023 to align with the new industry standards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IT department utilizes IT Asset Management (ITAM) software to track and manage assets across all locations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Regular audits are conducted to ensure all assets are accounted for and are in good working condition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IT Asset Management plays a crucial role in ensuring business continuity and mitigating risks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2024, the IT department rolled out a new system for better tracking of software licenses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The IT department has implemented a robust disposal process for obsolete or end-of-life IT assets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Employee Computer Replacement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IT department has a protocol to replace computers every 3-5 years depending on the usage and technical specifications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2023 computer replacement program saw a 15% increase from the previous year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The IT department has a set budget for computer replacements which is reviewed annually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cost of computer replacements has decreased by 10% from 2020 to 2024 due to better procurement strategies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number of computers replaced in 2024 was slightly higher than the average of the last five years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Impact on Operational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Regular computer replacements ensure that employees have the tools they need to perform their jobs efficiently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IT department tracks downtime related to computer issues and has seen a decrease in the past two years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The implementation of new technology has contributed to a 10% increase in operational efficiency in 2024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IT department's rapid response to hardware issues minimizes disruptions in store operations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Employee satisfaction with IT support increased by 8% in 2024, according to the annual employee survey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C00"/>
                </a:solidFill>
              </a:defRPr>
            </a:pPr>
            <a:r>
              <a:t>The proactive approach to computer replacements has had a significant positive impact on operational efficiency. Moving forward, we recommend continued investment in IT infrastructure to maintain this momentum.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