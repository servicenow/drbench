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Securing Staff Devices: June 2025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Our presentation today will delve into the recent information security measures taken for Lee's Market staff devices. We'll focus on the encryption protocol implemented in June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Overview of Staff Device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Implementation of Two-Factor Authentication (2FA) for all staff devices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Launch of a new VPN service for remote access in Q3 2025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Adoption of biometric authentication for corporate smartphones in Q1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Regular security audits conducted by internal IT team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Rollout of mandatory monthly security training for all staff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Inclusion of a remote wipe feature for all staff devices to protect data in case of loss/theft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Encryption Protocol Selected for June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Adoption of an industry-standard encryption protocol to protect sensitive data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Implementation process handled by the Information Security team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Regular review of encryption protocol to ensure it meets evolving security needs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Protocol selected after thorough assessment of various options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Protocol designed to work seamlessly across various device types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New protocol does not significantly impact device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Implications for Staff Training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Introduction of new training modules to familiarize staff with the new protocol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Mandatory completion of training for all staff by end of Q3 2025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Protocol compliance to be monitored on a quarterly basis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Non-compliance to be addressed with strict disciplinary actions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Continuous improvement of training modules based on staff feedback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Provision for one-on-one training sessions for staff needing additional assistance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newly implemented encryption protocol represents a significant step forward in our device security. As next steps, we'll be focusing on staff training and ensuring compliance with these new measures.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