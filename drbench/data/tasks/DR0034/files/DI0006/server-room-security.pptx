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Enhancing Server Room Security: May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elevate security measures, we've implemented crucial biometric upgrades for our server room. This presentation will detail the upgrades deployed in May 2025 by Jason Wong and the IT &amp; Security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Evolution of Lee's Market Server Room Security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Established in 2010, the IT &amp; Security department began with basic password protection</a:t>
            </a:r>
          </a:p>
          <a:p>
            <a:pPr>
              <a:spcAft>
                <a:spcPts val="400"/>
              </a:spcAft>
              <a:defRPr sz="1600">
                <a:solidFill>
                  <a:srgbClr val="404040"/>
                </a:solidFill>
              </a:defRPr>
            </a:pPr>
            <a:r>
              <a:t>In 2015, the team introduced 2-factor authentication for server room access</a:t>
            </a:r>
          </a:p>
          <a:p>
            <a:pPr>
              <a:spcAft>
                <a:spcPts val="400"/>
              </a:spcAft>
              <a:defRPr sz="1600">
                <a:solidFill>
                  <a:srgbClr val="FF8C00"/>
                </a:solidFill>
              </a:defRPr>
            </a:pPr>
            <a:r>
              <a:t>In 2018, CCTV cameras were added to monitor physical access to the server room</a:t>
            </a:r>
          </a:p>
          <a:p>
            <a:pPr>
              <a:spcAft>
                <a:spcPts val="400"/>
              </a:spcAft>
              <a:defRPr sz="1600">
                <a:solidFill>
                  <a:srgbClr val="404040"/>
                </a:solidFill>
              </a:defRPr>
            </a:pPr>
            <a:r>
              <a:t>In 2020, the department implemented a system of unique keycards for each employee</a:t>
            </a:r>
          </a:p>
          <a:p>
            <a:pPr>
              <a:spcAft>
                <a:spcPts val="400"/>
              </a:spcAft>
              <a:defRPr sz="1600">
                <a:solidFill>
                  <a:srgbClr val="404040"/>
                </a:solidFill>
              </a:defRPr>
            </a:pPr>
            <a:r>
              <a:t>In 2022, Lee's Market initiated regular security audits and vulnerability assessments</a:t>
            </a:r>
          </a:p>
          <a:p>
            <a:pPr>
              <a:spcAft>
                <a:spcPts val="400"/>
              </a:spcAft>
              <a:defRPr sz="1600">
                <a:solidFill>
                  <a:srgbClr val="FF8C00"/>
                </a:solidFill>
              </a:defRPr>
            </a:pPr>
            <a:r>
              <a:t>2024 saw the introduction of a dedicated cybersecurity team within the department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Biometric Upgrades: An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Biometric systems offer a high level of security compared to traditional methods</a:t>
            </a:r>
          </a:p>
          <a:p>
            <a:pPr>
              <a:spcAft>
                <a:spcPts val="600"/>
              </a:spcAft>
              <a:defRPr sz="1800">
                <a:solidFill>
                  <a:srgbClr val="404040"/>
                </a:solidFill>
              </a:defRPr>
            </a:pPr>
            <a:r>
              <a:t>These systems can include fingerprint scanning, facial recognition, iris scanning, and voice recognition</a:t>
            </a:r>
          </a:p>
          <a:p>
            <a:pPr>
              <a:spcAft>
                <a:spcPts val="600"/>
              </a:spcAft>
              <a:defRPr sz="1800">
                <a:solidFill>
                  <a:srgbClr val="FF8C00"/>
                </a:solidFill>
              </a:defRPr>
            </a:pPr>
            <a:r>
              <a:t>Biometric systems can be used to restrict physical access to locations or digital access to information</a:t>
            </a:r>
          </a:p>
          <a:p>
            <a:pPr>
              <a:spcAft>
                <a:spcPts val="600"/>
              </a:spcAft>
              <a:defRPr sz="1800">
                <a:solidFill>
                  <a:srgbClr val="404040"/>
                </a:solidFill>
              </a:defRPr>
            </a:pPr>
            <a:r>
              <a:t>Many businesses use biometric systems to enhance security and streamline access control</a:t>
            </a:r>
          </a:p>
          <a:p>
            <a:pPr>
              <a:spcAft>
                <a:spcPts val="600"/>
              </a:spcAft>
              <a:defRPr sz="1800">
                <a:solidFill>
                  <a:srgbClr val="404040"/>
                </a:solidFill>
              </a:defRPr>
            </a:pPr>
            <a:r>
              <a:t>Biometrics can be integrated with other security measures for a multi-layered approach</a:t>
            </a:r>
          </a:p>
          <a:p>
            <a:pPr>
              <a:spcAft>
                <a:spcPts val="600"/>
              </a:spcAft>
              <a:defRPr sz="1800">
                <a:solidFill>
                  <a:srgbClr val="FF8C00"/>
                </a:solidFill>
              </a:defRPr>
            </a:pPr>
            <a:r>
              <a:t>Ongoing maintenance and updates are crucial to ensure the effectiveness of biometric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Implications and Benefits of the May 2025 Upgrades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Improved security measures can help protect against internal and external threats</a:t>
            </a:r>
          </a:p>
          <a:p>
            <a:pPr>
              <a:spcAft>
                <a:spcPts val="600"/>
              </a:spcAft>
              <a:defRPr sz="1800">
                <a:solidFill>
                  <a:srgbClr val="404040"/>
                </a:solidFill>
              </a:defRPr>
            </a:pPr>
            <a:r>
              <a:t>Enhanced security can boost customer trust and corporate reputation</a:t>
            </a:r>
          </a:p>
          <a:p>
            <a:pPr>
              <a:spcAft>
                <a:spcPts val="600"/>
              </a:spcAft>
              <a:defRPr sz="1800">
                <a:solidFill>
                  <a:srgbClr val="FF8C00"/>
                </a:solidFill>
              </a:defRPr>
            </a:pPr>
            <a:r>
              <a:t>Regular upgrades reflect a commitment to data protection and privacy</a:t>
            </a:r>
          </a:p>
          <a:p>
            <a:pPr>
              <a:spcAft>
                <a:spcPts val="600"/>
              </a:spcAft>
              <a:defRPr sz="1800">
                <a:solidFill>
                  <a:srgbClr val="404040"/>
                </a:solidFill>
              </a:defRPr>
            </a:pPr>
            <a:r>
              <a:t>Security upgrades can potentially lead to lower insurance costs</a:t>
            </a:r>
          </a:p>
          <a:p>
            <a:pPr>
              <a:spcAft>
                <a:spcPts val="600"/>
              </a:spcAft>
              <a:defRPr sz="1800">
                <a:solidFill>
                  <a:srgbClr val="404040"/>
                </a:solidFill>
              </a:defRPr>
            </a:pPr>
            <a:r>
              <a:t>These measures can reduce the risk of data breaches and associated financial losses</a:t>
            </a:r>
          </a:p>
          <a:p>
            <a:pPr>
              <a:spcAft>
                <a:spcPts val="600"/>
              </a:spcAft>
              <a:defRPr sz="1800">
                <a:solidFill>
                  <a:srgbClr val="FF8C00"/>
                </a:solidFill>
              </a:defRPr>
            </a:pPr>
            <a:r>
              <a:t>Upgraded security can also improve regulatory compliance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The biometric upgrades we've implemented significantly enhance our server room security, aligning with our commitment to data protection. Moving forward, we'll continue to identify and implement advanced security measures to safeguard our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