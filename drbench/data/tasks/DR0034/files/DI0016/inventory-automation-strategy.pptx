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Improving Inventory Control: Jason Wong's Contribution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we'll evaluate the key strategies implemented by Jason Wong in automating our annual inventory count in 2025. His efforts have significantly impacted our inventory management and overall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Revamping Inventory Management: Pre-2025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Prior to 2025, Lee's Market relied on manual stocktaking every quarter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process was labor-intensive, involving store employees physically counting items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cost of manual inventory management was estimated at 1% of total revenue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Pre-2025, the error rate for inventory count was around 2.5%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manual process was time-consuming and often resulted in operational downtime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old system did not allow real-time inventory tracking, affecting reordering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Jason Wong's Automation Strategy: Implementation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Wong's strategy was designed to reduce human error and operational costs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new system was rolled out in Q2 of 2024, with full implementation by Q4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It required significant cross-functional collaboration between IT, Operations, and Store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strategy was projected to reduce inventory errors by 50% annually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was provided to all store employees to ensure smooth transition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system was designed to integrate with the existing POS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Future Directions: Enhancing Inventory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plans to further invest in AI technology to predict inventory needs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is exploring partnerships with tech firms to optimize the system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There is potential to use data analytics to improve forecasting accuracy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Future enhancements may include real-time inventory tracking via mobile apps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is considering using blockchain technology for enhanced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Future initiatives will continue to focus on reducing operational costs and improving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Jason Wong's automation strategy has been instrumental in improving our inventory management process. We'll continue to build upon this foundation to further enhance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