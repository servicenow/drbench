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CRM Software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 will be discussing our investment in CRM software, focusing on the current costs and its alignment with our strategic goals. This analysis will provide a benchmark to evaluate the return on this significant expenditure.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CRM Software: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CRM software market is expected to grow at a CAGR of 14.2% from 2021 to 2026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Top CRM software providers in the market include Salesforce, Microsoft Dynamics, and Zoho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CRM software helps streamline customer data management and improve customer relationships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Adoption of AI in CRM is a growing trend providing predictive analysis for businesses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CRM software is being increasingly used in healthcare for patient management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Mobile CRM and social CRM are emerging trends in the CRM software market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Healthcare industry is one of the major end-users of CRM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CRM Software Expenditure: MediConn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MediConn Solutions started using CRM software in 2020 to improve patient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IT department manages the implementation and maintenance of the CRM system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CRM system has helped improve patient satisfaction by 20% since 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CRM software is integrated with other systems like EHR for seamless operations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Annual maintenance of the CRM software is considered as a part of the IT budget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Training of staff on using the CRM software is conducted regularly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CRM system has increased efficiency in patient management by 30%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Strategic Alignment of CRM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CRM investment is aligned with MediConn's strategic goals of improving patient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CRM software aids in achieving the goal of providing accessible and cost-effective care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It supports the company's digital transformation goals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Investment in CRM software is part of the broader IT spending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return on investment from CRM software is measured in terms of improved patient satisfaction and operational efficiency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Future investments in CRM will focus on integrating AI and machine learning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CRM investment is reviewed annually by the finance and IT departments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In conclusion, while our CRM software costs are significant, they align well with our strategic objectives. Moving forward, we should continue to monitor these costs and their impact on our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