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Optimizing In-Store Layout for Bakery Sales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With the rise in food service sales, there is an opportunity for Lee's Market to review and enhance our in-store layout. This presentation will outline our strategy to optimize product displays and increase bakery sales significantly.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Current Performance of Bakery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shows a potential rise in labor hours by approximately 45 hours weekly per U.S. store due to the proposed bakery layout optimization.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increase in labor hours is tied to the addition of new display cases and prep counters, necessitating more frequent restocking and cleaning.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adjustment in bakery layout is projected to be fully implemented by the end of Q1 2026.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Operational feasibility and cost control are key considerations, to ensure the sales gains are not negated by increased staffing costs.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It's essential to quantify labor shifts to effectively manage the expected increase in workload.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increased labor hours are an important factor in our strategy to increase bakery sales by 15% by the end of Q1 2026.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Further analysis is required to determine the optimal staffing model to handle the increased workload without compromising service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Understanding Customer Purchase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loyalty program data indicates that 65% of customers who buy bakery items also purchase coffee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Peak times for bakery purchases are in the early morning and late afternoon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About 30% of our customers show a preference for organic bakery items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Customers typically spend 10-15 minutes in the bakery area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Repeat customers make up nearly 70% of our bakery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Proposed In-Store Layout and Product Display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propose to move the bakery closer to the entrance to draw customers in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Displaying bakery items near the coffee section could increase impulse buys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We could test out a ‘Bakery of the Week’ display to highlight different products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Adjusting the lighting in the bakery area could make the products more appealing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propose to increase signage and visibility of bakery items throughout the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With the proposed layout and display adjustments, we anticipate a 15% increase in bakery sales by the end of Q1 2026. Let's collaborate on implementing these changes and tracking their impact on our sales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