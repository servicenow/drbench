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Cybersecurity Investment Analysis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cybersecurity investments in 2024. It aims to evaluate our expenditure and highlight its impact on business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Overview of Cybersecurity Threats in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Increase in phishing attacks across the retail industry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Emergence of AI-based cybersecurity threats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Increase in ransomware attacks on medium-sized businesses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rise of supply chain attacks in the retail sector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Increase in the use of cloud services, leading to new security vulnerabilities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Introduction of new data protection regulations globally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Lee's Market Cybersecurity Expenditure in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Significant investment in employee cybersecurity training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Increase in cybersecurity insurance coverage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Enhanced investment in cybersecurity infrastructure and tools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Dedicated teams for cybersecurity risk assessment and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Adoption of AI and Machine Learning in cybersecurity strategies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Partnerships with external cybersecurity consultancies for ongoing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Impact of Cybersecurity Investment on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Significant reduction in successful cyber attacks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Improved customer confidence due to enhanced data protection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Compliance with new global data protection regulations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Increased business resilience against disruptive cyber threats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Enhanced protection of critical business data and systems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Increased ROI due to reduced losses from cyber threats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In conclusion, Lee's Market's investment in cybersecurity in 2024 was both necessary and impactful. Moving forward, we should continue to prioritize this area to ensure the protection of our systems and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