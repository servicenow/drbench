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8080"/>
                </a:solidFill>
              </a:defRPr>
            </a:pPr>
            <a:r>
              <a:t>IT Team Compensation Analysis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an overview of our IT team's compensation as of Q3 2025. Let's analyze the trends and factors impacting our team's average income.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IT Compensation Trends in Retail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Retail sector has seen a 7% average annual compensation increase for IT roles in the past 5 years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E-commerce boom has led to a surge in demand for IT professionals in retail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On average, IT professionals make up 12% of a retail company's workforce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Large retailers have been seen to offer stock options as part of compensation package for senior IT roles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regulatory changes in the IT sector have led to an increase in compensation for cybersecurity roles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IT Team's Compensation Structure at Lee's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compensation model of Lee's Market includes a combination of base salary, bonuses, and benefits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Employee retention strategies include a competitive compensation package and opportunities for continuous learning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The company has a transparent salary grading system for all roles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Bonuses are tied to individual performance and company-wide profitability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IT team's compensation structure is regularly reviewed and updated to remain competitive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Investment in IT: Correlation with Business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 increase in IT investment has led to a 20% improvement in business process efficiency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IT investment is a critical factor in enhancing customer experience and retention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A 15% budget allocation increase for IT has been planned for the next fiscal year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Investments in cybersecurity have resulted in decreased data breach incidents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Digital transformation initiatives have been prioritized in the company's strategic 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6347"/>
                </a:solidFill>
              </a:defRPr>
            </a:pPr>
            <a:r>
              <a:t>Understanding our IT team's compensation is key to maintaining a competitive and motivated workforce. Based on our analysis, we can strategize to ensure fair remuneration and improved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