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Q2 2025 Advertising Expenditure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advertising expenditures in Q2 2025. It specifically focuses on our investments in various advertising channels in the U.S.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Overview of Q2 2025 Advertising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allocated 35% of its overall marketing budget to advertising in Q2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increased its advertising budget by 15% compared to Q2 2024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The largest portion of the budget was dedicated to digital marketing initiatives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budget allocation also supported several experimental advertising campaigns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Traditional advertising channels such as radio and television received a smaller portion of the budget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The budget was managed and allocated by the Marketing Department, with oversight from the Finance Department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Breakdown of Advertising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Digital marketing was the primary focus of Lee's Market's advertising strategy in Q2 2025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Social media campaigns were the most significant digital advertising channel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company also invested heavily in SEO and content marketing to drive online sales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Traditional advertising channels such as radio and TV commercials were also used, but less frequently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also trialed new advertising channels such as podcasts and influencer partnerships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Outdoor advertising was used in selected areas to increase local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Investment in Newspaper Advertisements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Newspaper advertisements were used to target older demographics within the market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used both national and local newspapers for its campaigns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design and content of the newspaper advertisements were managed by the Marketing Department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 measured the success of the newspaper campaigns through coupon redemption rates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Newspaper advertisements were used to promote weekly specials and events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company partnered with several newspapers to get bulk advertising 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Our Q2 2025 advertising expenditure shows a diverse investment in multiple channels. Going forward, we need to closely monitor the performance of these investments to optimize our marketing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