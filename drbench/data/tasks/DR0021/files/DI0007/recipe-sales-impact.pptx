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Impact of Recipe Inclusion on Online Sales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evaluate the correlation between the inclusion of recipes on our website and the online sales of specialized ingredients in our southern sales region. The findings will help shape our digital marketing and sales strategy.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Southern Region Online Sales Overview</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Southern region sales have grown by 20% year-on-year</a:t>
            </a:r>
          </a:p>
          <a:p>
            <a:pPr>
              <a:spcAft>
                <a:spcPts val="400"/>
              </a:spcAft>
              <a:defRPr sz="1600">
                <a:solidFill>
                  <a:srgbClr val="404040"/>
                </a:solidFill>
              </a:defRPr>
            </a:pPr>
            <a:r>
              <a:t>Online grocery sales account for 35% of our total sales in the southern region</a:t>
            </a:r>
          </a:p>
          <a:p>
            <a:pPr>
              <a:spcAft>
                <a:spcPts val="400"/>
              </a:spcAft>
              <a:defRPr sz="1600">
                <a:solidFill>
                  <a:srgbClr val="FFC000"/>
                </a:solidFill>
              </a:defRPr>
            </a:pPr>
            <a:r>
              <a:t>The southern region has the highest concentration of urban centers, contributing to increased online sales</a:t>
            </a:r>
          </a:p>
          <a:p>
            <a:pPr>
              <a:spcAft>
                <a:spcPts val="400"/>
              </a:spcAft>
              <a:defRPr sz="1600">
                <a:solidFill>
                  <a:srgbClr val="404040"/>
                </a:solidFill>
              </a:defRPr>
            </a:pPr>
            <a:r>
              <a:t>Our partnership with local delivery services has expanded our reach in this region</a:t>
            </a:r>
          </a:p>
          <a:p>
            <a:pPr>
              <a:spcAft>
                <a:spcPts val="400"/>
              </a:spcAft>
              <a:defRPr sz="1600">
                <a:solidFill>
                  <a:srgbClr val="404040"/>
                </a:solidFill>
              </a:defRPr>
            </a:pPr>
            <a:r>
              <a:t>The online customer base in the southern region is primarily aged between 25-44 years</a:t>
            </a:r>
          </a:p>
          <a:p>
            <a:pPr>
              <a:spcAft>
                <a:spcPts val="400"/>
              </a:spcAft>
              <a:defRPr sz="1600">
                <a:solidFill>
                  <a:srgbClr val="FFC000"/>
                </a:solidFill>
              </a:defRPr>
            </a:pPr>
            <a:r>
              <a:t>Our online sales in the southern region have been boosted by our wide range of Asian grocery products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Impact of Recipe Inclusion on Specialized Ingredient Sales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website features a dedicated recipe section aimed at promoting our products</a:t>
            </a:r>
          </a:p>
          <a:p>
            <a:pPr>
              <a:spcAft>
                <a:spcPts val="600"/>
              </a:spcAft>
              <a:defRPr sz="1800">
                <a:solidFill>
                  <a:srgbClr val="404040"/>
                </a:solidFill>
              </a:defRPr>
            </a:pPr>
            <a:r>
              <a:t>We have collaborated with popular chefs to create exclusive recipes using our products</a:t>
            </a:r>
          </a:p>
          <a:p>
            <a:pPr>
              <a:spcAft>
                <a:spcPts val="600"/>
              </a:spcAft>
              <a:defRPr sz="1800">
                <a:solidFill>
                  <a:srgbClr val="FFC000"/>
                </a:solidFill>
              </a:defRPr>
            </a:pPr>
            <a:r>
              <a:t>Customer engagement with our recipe section has been consistently high</a:t>
            </a:r>
          </a:p>
          <a:p>
            <a:pPr>
              <a:spcAft>
                <a:spcPts val="600"/>
              </a:spcAft>
              <a:defRPr sz="1800">
                <a:solidFill>
                  <a:srgbClr val="404040"/>
                </a:solidFill>
              </a:defRPr>
            </a:pPr>
            <a:r>
              <a:t>We have seen an uptick in sales of products featured in our recipes</a:t>
            </a:r>
          </a:p>
          <a:p>
            <a:pPr>
              <a:spcAft>
                <a:spcPts val="600"/>
              </a:spcAft>
              <a:defRPr sz="1800">
                <a:solidFill>
                  <a:srgbClr val="404040"/>
                </a:solidFill>
              </a:defRPr>
            </a:pPr>
            <a:r>
              <a:t>Our recipes cater to a wide range of cuisines, attracting a diverse customer base</a:t>
            </a:r>
          </a:p>
          <a:p>
            <a:pPr>
              <a:spcAft>
                <a:spcPts val="600"/>
              </a:spcAft>
              <a:defRPr sz="1800">
                <a:solidFill>
                  <a:srgbClr val="FFC000"/>
                </a:solidFill>
              </a:defRPr>
            </a:pPr>
            <a:r>
              <a:t>We have optimized our website for easy access to recipes and related ingredients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Future Online Marketing Strategies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We plan to invest in targeted social media advertising to increase online sales</a:t>
            </a:r>
          </a:p>
          <a:p>
            <a:pPr>
              <a:spcAft>
                <a:spcPts val="600"/>
              </a:spcAft>
              <a:defRPr sz="1800">
                <a:solidFill>
                  <a:srgbClr val="404040"/>
                </a:solidFill>
              </a:defRPr>
            </a:pPr>
            <a:r>
              <a:t>SEO optimization is a key part of our future online marketing strategy</a:t>
            </a:r>
          </a:p>
          <a:p>
            <a:pPr>
              <a:spcAft>
                <a:spcPts val="600"/>
              </a:spcAft>
              <a:defRPr sz="1800">
                <a:solidFill>
                  <a:srgbClr val="FFC000"/>
                </a:solidFill>
              </a:defRPr>
            </a:pPr>
            <a:r>
              <a:t>We aim to collaborate with influential food bloggers to increase our brand visibility</a:t>
            </a:r>
          </a:p>
          <a:p>
            <a:pPr>
              <a:spcAft>
                <a:spcPts val="600"/>
              </a:spcAft>
              <a:defRPr sz="1800">
                <a:solidFill>
                  <a:srgbClr val="404040"/>
                </a:solidFill>
              </a:defRPr>
            </a:pPr>
            <a:r>
              <a:t>Developing an app to streamline online shopping is part of our future strategy</a:t>
            </a:r>
          </a:p>
          <a:p>
            <a:pPr>
              <a:spcAft>
                <a:spcPts val="600"/>
              </a:spcAft>
              <a:defRPr sz="1800">
                <a:solidFill>
                  <a:srgbClr val="404040"/>
                </a:solidFill>
              </a:defRPr>
            </a:pPr>
            <a:r>
              <a:t>We will explore partnerships with meal-kit services for better product placement</a:t>
            </a:r>
          </a:p>
          <a:p>
            <a:pPr>
              <a:spcAft>
                <a:spcPts val="600"/>
              </a:spcAft>
              <a:defRPr sz="1800">
                <a:solidFill>
                  <a:srgbClr val="FFC000"/>
                </a:solidFill>
              </a:defRPr>
            </a:pPr>
            <a:r>
              <a:t>We will continue to expand our recipe section with more diverse cuisines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In summary, recipe inclusion has positively impacted the online sales of specialized ingredients in the southern region. Going forward, we should consider expanding this strategy to other regions and product categories.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