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Sales Training Impact on Proficiency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Today, we'll examine the impact of our recent training program on the proficiency of our sales team. Specifically, we'll address how much the training has reduced time-to-proficiency for our representatives.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Elexion's Sales Training Program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Sales Training Program was initiated in Q2 of 2023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It includes in-depth modules on Elexion's electric vehicle technology and cross-border compliance regulations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The program was developed in collaboration with our Product and Legal teams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training incorporates a blend of in-person and online learning methodologies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It also focuses on improving customer interaction skills and product presentation techniques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Post-training, sales representatives are required to complete a comprehensive assessment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program is updated quarterly to include the latest product developments and market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Change in Time-to-Proficiency Post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sales training program has seen a significant increase in the percentage of employees passing the post-training assessment in the first attempt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average score on the post-training assessment has increased by 15%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The percentage of sales representatives achieving their quarterly targets on time has risen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There has been a decrease in the number of customer complaints regarding product knowledge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Sales representatives' understanding of cross-border compliance regulations has improved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The rate of return customers has increased since the implementation of the sales training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Implications on Sales Performance and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Elexion's market share in the electric vehicle sector has grown by 7% since the introduction of the training program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There has been a 12% increase in the average sales per representative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Customer satisfaction ratings have increased by 18%, leading to an increase in repeat business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attrition rate among sales representatives has decreased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There has been a significant increase in the number of cross-border sales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Elexion's overall revenue has seen a steady growth trend since the implementation of the sales training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Our new training program has significantly reduced the time-to-proficiency for our sales team, translating into improved sales performance. Moving forward, we must leverage this success and continue enhancing our training programs to foster even higher levels of proficiency.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