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2024 National Dealer Sales Conference Recap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provide a comprehensive overview of the 2024 National Dealer Sales Conference. We will explore the key discussions, outcomes, and strategic insights from the event.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Key Discussions and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Unveiling of new Elexion Automotive EV models and their innovative features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Review of the 2023 sales performance and comparison with previous years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Introduction of a new sustainability initiative aimed at reducing production emissions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Overview and analysis of customer feedback and satisfaction metrics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Examination of Elexion's market positioning in the competitive EV market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Discussion on the plans to expand the dealership network across North America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2024 Conference Attendance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Total of 500 attendees, a 10% increase compared to 2023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65% of attendees were from Elexion's dealership partners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Significant presence from non-dealer stakeholders including investors and industry analysts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24% increase in international attendees, indicating growing global interest in Elexion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Breakdown of the attendee demographics by role and industry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Analysis of attendee engagement metrics from the conference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Conference Date and Venue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venue was chosen for its sustainability efforts and accessibility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Detailed information on the conference venue's facilities and capacity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Overview of the logistical challenges and successes of the conference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Review of the venue contract and negotiation process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of attendee satisfaction with the venue and its facilities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Recap of the event planning and execution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The 2024 National Dealer Sales Conference served as a platform for critical discussions and future planning. To maximize our impact in the next conference, we need to reflect on these insights and align our strategies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