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Direct-to-Customer Sales Strategy Outlook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continue to explore innovative sales approaches, we are considering the potential of a direct-to-customer model. This presentation will examine the potential benefits and implications of this shift on our sales and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Understanding Electric Vehicle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Observations from Q1 2025 show a notable increase in sales among our primary competitors who have adopted the direct-to-customer selling model.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increase can be attributed to the elimination of dealership markups and fees, which have been reported to reach up to $20,000 per vehicle.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direct-to-customer strategy not only increases margins but also provides the opportunity to control the end-to-end customer experience.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Considering the substantial revenues of dealership groups, transitioning to a direct sales model could potentially redirect a significant portion of those revenues to manufacturers.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well-executed transition could position Elexion as a leader in the EV market by combining our commitment to sustainability and user-centric technology with a more customer-friendly sales model.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It's crucial to develop a robust and efficient sales system capable of handling the complexities of direct customer interactions.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Careful monitoring and analysis of competitor performance can provide valuable insights and help in refining our sales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Transitioning to Direct-to-Customer Sales: Prospects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Traditional automotive retail model involves franchised dealerships which act as intermediaries between automakers and consumers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Direct-to-consumer model eliminates the need for dealership intermediaries, potentially leading to cost savings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Challenges may include regulatory hurdles, logistical issues, and customer service concerns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Direct sales model could offer greater control over the customer experience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However, transitioning to this model may require significant investments in IT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Disintermediation also poses risks, such as increased responsibility for customer service and after-sales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Potential Impact on Elexion's Sales and 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Moving to a direct sales model could potentially increase Elexion's gross margins by eliminating dealer markups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could also improve Elexion's control over pricing and inventory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However, the transition could also present significant up-front costs, potentially impacting short-term profitability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Direct sales could improve customer experience and brand perception, potentially driving long-term sales growth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Elexion would also need to manage after-sales service, which could affect margins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Elexion's financial performance will depend on various factors, including the successful implementation of the direct sales model, market conditions, and regulatory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In conclusion, transitioning to a direct-to-customer sales model could potentially drive higher sales and margins. Careful planning, extensive market research, and cross-functional collaboration will be critical for a successful shift.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