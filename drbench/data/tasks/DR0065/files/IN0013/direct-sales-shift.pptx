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Direct-to-Customer Sales: A Strategic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consider transitioning from dealership franchising to a direct-to-customer sales model, it's crucial to understand the potential benefits. This analysis outlines the expected impact on sales and profit margins by 2027.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Current State of Franchise Dealerships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Dealerships have been identified as adding significant markups to the manufacturer's suggested retail price, with additional fees potentially reaching up to $20,000 per vehicle.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traditional dealership model has led to annual revenues of around $100 billion for the top 10 dealership groups in America.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In contrast, Elexion's 2024 market study highlighted the effectiveness of online engagement, demonstrating higher lead conversion rates for customers using an online configurator than in-person dealership visits.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digital-first approach to sales could reduce overhead costs related to dealership maintenance and operations.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shift to an online model could also mitigate the unnecessary markups and fees associated with traditional dealerships, potentially boosting margins.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This could also create an opportunity for Elexion to redefine its sales strategies by leveraging data-driven insights from online customer interactions.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Direct-to-Customer Model: Potential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Direct sales models can potentially reduce overhead costs related to dealership maintenance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could allow for greater control over pricing and profit margins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Direct-to-Customer sales can provide an opportunity to strengthen customer relationships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model can offer greater flexibility in inventory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could allow Elexion to have a more uniform brand representation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Direct sales models can potentially reduce the time taken to bring a vehicle to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Strategies for Maximizing Sales &amp; Margins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advanced analytics to predict sales trends and optimize pricing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Expanding the product portfolio to cater to different consumer segments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Increasing the efficiency of manufacturing processes to lower production costs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Investing in marketing and branding activities to boost product visibility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Enhancing after-sales service offerings to promote customer retention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Leveraging partnerships with supply chain partners to reduce procurement costs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Streamlining operational processes to improve overall productivity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Adopting a direct-to-customer model has potential to significantly enhance our sales performance and profit margins. As we move forward, it's crucial to develop strategies that leverage these benefits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