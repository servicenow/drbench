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0070C0"/>
                </a:solidFill>
              </a:defRPr>
            </a:pPr>
            <a:r>
              <a:t>CRM Analysts Training Program Outcome</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70C0"/>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This presentation explores the impact of our recent staff training program on CRM Analysts' efficiency. We'll specifically focus on the changes observed in April 2024.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70C0"/>
                </a:solidFill>
              </a:defRPr>
            </a:pPr>
            <a:r>
              <a:t>Overview of April 2024 Staff Training Program</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Developed in partnership with leading automotive technology firms</a:t>
            </a:r>
          </a:p>
          <a:p>
            <a:pPr>
              <a:spcAft>
                <a:spcPts val="400"/>
              </a:spcAft>
              <a:defRPr sz="1600">
                <a:solidFill>
                  <a:srgbClr val="404040"/>
                </a:solidFill>
              </a:defRPr>
            </a:pPr>
            <a:r>
              <a:t>Program focused on fostering a deep understanding of the electric vehicle market</a:t>
            </a:r>
          </a:p>
          <a:p>
            <a:pPr>
              <a:spcAft>
                <a:spcPts val="400"/>
              </a:spcAft>
              <a:defRPr sz="1600">
                <a:solidFill>
                  <a:srgbClr val="FFC000"/>
                </a:solidFill>
              </a:defRPr>
            </a:pPr>
            <a:r>
              <a:t>Included comprehensive modules on customer relationship management tools and software</a:t>
            </a:r>
          </a:p>
          <a:p>
            <a:pPr>
              <a:spcAft>
                <a:spcPts val="400"/>
              </a:spcAft>
              <a:defRPr sz="1600">
                <a:solidFill>
                  <a:srgbClr val="404040"/>
                </a:solidFill>
              </a:defRPr>
            </a:pPr>
            <a:r>
              <a:t>Involved cross-departmental collaboration for comprehensive learning</a:t>
            </a:r>
          </a:p>
          <a:p>
            <a:pPr>
              <a:spcAft>
                <a:spcPts val="400"/>
              </a:spcAft>
              <a:defRPr sz="1600">
                <a:solidFill>
                  <a:srgbClr val="404040"/>
                </a:solidFill>
              </a:defRPr>
            </a:pPr>
            <a:r>
              <a:t>Aimed to enhance both soft and technical skills of the CRM analysts</a:t>
            </a:r>
          </a:p>
          <a:p>
            <a:pPr>
              <a:spcAft>
                <a:spcPts val="400"/>
              </a:spcAft>
              <a:defRPr sz="1600">
                <a:solidFill>
                  <a:srgbClr val="FFC000"/>
                </a:solidFill>
              </a:defRPr>
            </a:pPr>
            <a:r>
              <a:t>Made use of advanced learning methodologies and included periodic assessments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70C0"/>
                </a:solidFill>
              </a:defRPr>
            </a:pPr>
            <a:r>
              <a:t>Time to Full Productivity: Pre and Post Training</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Measures the time taken by CRM analysts to reach peak productivity</a:t>
            </a:r>
          </a:p>
          <a:p>
            <a:pPr>
              <a:spcAft>
                <a:spcPts val="600"/>
              </a:spcAft>
              <a:defRPr sz="1800">
                <a:solidFill>
                  <a:srgbClr val="404040"/>
                </a:solidFill>
              </a:defRPr>
            </a:pPr>
            <a:r>
              <a:t>Includes qualitative and quantitative methods of analysis</a:t>
            </a:r>
          </a:p>
          <a:p>
            <a:pPr>
              <a:spcAft>
                <a:spcPts val="600"/>
              </a:spcAft>
              <a:defRPr sz="1800">
                <a:solidFill>
                  <a:srgbClr val="FFC000"/>
                </a:solidFill>
              </a:defRPr>
            </a:pPr>
            <a:r>
              <a:t>Can be influenced by factors such as employee experience and technical understanding</a:t>
            </a:r>
          </a:p>
          <a:p>
            <a:pPr>
              <a:spcAft>
                <a:spcPts val="600"/>
              </a:spcAft>
              <a:defRPr sz="1800">
                <a:solidFill>
                  <a:srgbClr val="404040"/>
                </a:solidFill>
              </a:defRPr>
            </a:pPr>
            <a:r>
              <a:t>Important metric for assessing the efficacy of new training initiatives</a:t>
            </a:r>
          </a:p>
          <a:p>
            <a:pPr>
              <a:spcAft>
                <a:spcPts val="600"/>
              </a:spcAft>
              <a:defRPr sz="1800">
                <a:solidFill>
                  <a:srgbClr val="404040"/>
                </a:solidFill>
              </a:defRPr>
            </a:pPr>
            <a:r>
              <a:t>Can show the impact of training on overall business operations</a:t>
            </a:r>
          </a:p>
          <a:p>
            <a:pPr>
              <a:spcAft>
                <a:spcPts val="600"/>
              </a:spcAft>
              <a:defRPr sz="1800">
                <a:solidFill>
                  <a:srgbClr val="FFC000"/>
                </a:solidFill>
              </a:defRPr>
            </a:pPr>
            <a:r>
              <a:t>However, it's crucial to consider other factors like employee morale and work environment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70C0"/>
                </a:solidFill>
              </a:defRPr>
            </a:pPr>
            <a:r>
              <a:t>Quality of CRM Analysts' Outputs Post-Training</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Quality was assessed through metrics like customer satisfaction and issue resolution time</a:t>
            </a:r>
          </a:p>
          <a:p>
            <a:pPr>
              <a:spcAft>
                <a:spcPts val="600"/>
              </a:spcAft>
              <a:defRPr sz="1800">
                <a:solidFill>
                  <a:srgbClr val="404040"/>
                </a:solidFill>
              </a:defRPr>
            </a:pPr>
            <a:r>
              <a:t>The training had a positive impact on the analysts' ability to handle complex customer queries</a:t>
            </a:r>
          </a:p>
          <a:p>
            <a:pPr>
              <a:spcAft>
                <a:spcPts val="600"/>
              </a:spcAft>
              <a:defRPr sz="1800">
                <a:solidFill>
                  <a:srgbClr val="FFC000"/>
                </a:solidFill>
              </a:defRPr>
            </a:pPr>
            <a:r>
              <a:t>Analysts demonstrated a better understanding of Elexion's product offerings</a:t>
            </a:r>
          </a:p>
          <a:p>
            <a:pPr>
              <a:spcAft>
                <a:spcPts val="600"/>
              </a:spcAft>
              <a:defRPr sz="1800">
                <a:solidFill>
                  <a:srgbClr val="404040"/>
                </a:solidFill>
              </a:defRPr>
            </a:pPr>
            <a:r>
              <a:t>The training resulted in a more uniform quality of work among the team</a:t>
            </a:r>
          </a:p>
          <a:p>
            <a:pPr>
              <a:spcAft>
                <a:spcPts val="600"/>
              </a:spcAft>
              <a:defRPr sz="1800">
                <a:solidFill>
                  <a:srgbClr val="404040"/>
                </a:solidFill>
              </a:defRPr>
            </a:pPr>
            <a:r>
              <a:t>There was an improvement in the analysts' ability to upsell and cross-sell products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70C0"/>
                </a:solidFill>
              </a:defRPr>
            </a:pPr>
            <a:r>
              <a:t>Conclusion</a:t>
            </a:r>
          </a:p>
        </p:txBody>
      </p:sp>
      <p:sp>
        <p:nvSpPr>
          <p:cNvPr id="3" name="Content Placeholder 2"/>
          <p:cNvSpPr>
            <a:spLocks noGrp="1"/>
          </p:cNvSpPr>
          <p:nvPr>
            <p:ph idx="1"/>
          </p:nvPr>
        </p:nvSpPr>
        <p:spPr/>
        <p:txBody>
          <a:bodyPr/>
          <a:lstStyle/>
          <a:p/>
          <a:p>
            <a:pPr>
              <a:spcAft>
                <a:spcPts val="800"/>
              </a:spcAft>
              <a:defRPr sz="1800" b="1">
                <a:solidFill>
                  <a:srgbClr val="FFC000"/>
                </a:solidFill>
              </a:defRPr>
            </a:pPr>
            <a:r>
              <a:t>The staff training program has significantly reduced the time to full productivity for our CRM analysts. Going forward, we should consider implementing similar programs for other roles to increase overall efficiency.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