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Direct Sales Transition: Driving Elexion's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consider a strategic shift from dealership franchising to direct-to-customer, it's crucial we understand potential benefits and key steps to drive sales and higher margins. This presentation will provide insights on how this transition could shape Elexion's future in 2027.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Current State of Elexion's Sales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sales process currently involves a 42-day journey from initial customer contact to final sale closure.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period, as recorded in January 2025, is representative of the average time it takes for our dealership network to finalize a sale.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Our sales operations through the dealer network require this considerable time investment, potentially impacting customer satisfaction and sales efficiency.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shift to a direct sales model could potentially reduce this period, streamlining our sales process and enhancing customer experience.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Considering the reported extra costs added by dealerships, a direct model could also provide financial advantages by eliminating middleman markups.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This strategic shift might provide us with a competitive edge, especially considering the significant annual revenues of top dealership groups in America.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Potential Impact of Direct Sales on 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Dealership markup varies from $500 to $2,000 per vehicle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Top 10% of dealerships account for 40% of total sales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In 2025, dealership commission was reduced by 10%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dealership operating costs average $1.5M per location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Dealerships also offer post-sales services and accessories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Direct sales could alter the dynamics of after-sales services and warranty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Leveraging Direct Sales for Enhanced 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Net Promoter Score (NPS) has been above 70 since 2023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60% of customer complaints relate to dealerships, not the product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In 2025, a pilot program was launched to test direct sales for fleet customers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customer service team handles over 10,000 queries per month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website traffic has increased by 25% YOY since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Transitioning to a direct-to-customer model could significantly increase our margins and improve customer experience. As we move forward, we must align our operations and strategies to leverage this potential advantage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