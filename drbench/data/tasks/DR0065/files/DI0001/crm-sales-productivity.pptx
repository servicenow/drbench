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CRM Impact on Sales Productivity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highlights the impact of our new CRM system on sales team productivity. We will explore related metrics and trends that have emerged since its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Overview of CRM Implementation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CRM implementation process was initiated on January 3,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vendor selected was Globex CRM solutions, a leader in the industry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The implementation team was composed of members from IT, Sales, and Marketing departments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phased implementation approach was taken to minimize disruptions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User training sessions were conducted from January 20 to February 5, 2024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Data migration from the old system to the new CRM was completed by January 25,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new CRM system was officially launched on February 8,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Sales Team Productivity Metrics Post-Implementation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sales team consists of 120 members, spread across North America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average number of client interactions per sales rep increased by 30% after CRM 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response time to client inquiries improved by 25%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sales team reduced the time spent on administrative tasks by 20%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number of leads generated increased by 15% in March 2024 compared to the same month the previous year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sales team achieved 110% of their Q1 2024 target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customer retention rate improved by 18% in Q1 2024 compared to Q1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CRM System's Role in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new CRM system provides real-time access to customer data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features artificial intelligence to predict sales trends and customer behavior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The system has improved data accuracy and reduced manual data entry errors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CRM system has enhanced the sales team's ability to track and manage leads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has improved the sales team's collaboration and communication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The system has facilitated better reporting and decision-making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has streamlined sales processes and reduced administrative overhead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The CRM system has significantly improved sales team productivity. We will continue to leverage this tool to drive performance and achieve our sales goals.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