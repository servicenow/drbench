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B050"/>
                </a:solidFill>
              </a:defRPr>
            </a:pPr>
            <a:r>
              <a:t>Knowledge Platform Usage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>
                <a:solidFill>
                  <a:srgbClr val="404040"/>
                </a:solidFill>
              </a:defRPr>
            </a:pPr>
            <a:r>
              <a:t>This presentation aims to provide an overview of our staff's engagement with MediConn's knowledge management platform in March 2025. We will focus on non-clinical content and company-wide updates browsing data.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Overview of Knowledge Management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Knowledge Management Platform was launched in 2020 to facilitate internal communication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enables seamless sharing of clinical and non-clinical information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platform is accessible to all staff members, including virtual care staff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platform is compliant with all relevant healthcare regulations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It supports multiple content formats, including text, video, and audio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platform's user-friendly interface has been praised by 90% of our staff in a recent survey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There were two major updates to the platform in 2024, aimed at improving the user experience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Platform Usage Trends: Clinical vs Non-Clinical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28800"/>
            <a:ext cx="4114800" cy="3657600"/>
          </a:xfrm>
        </p:spPr>
        <p:txBody>
          <a:bodyPr/>
          <a:lstStyle/>
          <a:p/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There has been a 30% increase in usage of the platform for clinical content since 2022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Non-clinical content usage has remained steady over the past three years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In 2024, 60% of logins were for accessing clinical content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platform's usage peaked in January and July of 2024</a:t>
            </a:r>
          </a:p>
          <a:p>
            <a:pPr>
              <a:spcAft>
                <a:spcPts val="400"/>
              </a:spcAft>
              <a:defRPr sz="1600">
                <a:solidFill>
                  <a:srgbClr val="404040"/>
                </a:solidFill>
              </a:defRPr>
            </a:pPr>
            <a:r>
              <a:t>The most accessed non-clinical content is company-wide updates</a:t>
            </a:r>
          </a:p>
          <a:p>
            <a:pPr>
              <a:spcAft>
                <a:spcPts val="400"/>
              </a:spcAft>
              <a:defRPr sz="1600">
                <a:solidFill>
                  <a:srgbClr val="FF8243"/>
                </a:solidFill>
              </a:defRPr>
            </a:pPr>
            <a:r>
              <a:t>The platform's user engagement rate for clinical content is consistently higher than non-clinical content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Non-Clinical Content Engagement in March 2025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most viewed non-clinical content in March 2025 was about the company's 5-year strategic plan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80% of the staff engaged with non-clinical content related to HR policies</a:t>
            </a:r>
          </a:p>
          <a:p>
            <a:pPr>
              <a:spcAft>
                <a:spcPts val="600"/>
              </a:spcAft>
              <a:defRPr sz="1800">
                <a:solidFill>
                  <a:srgbClr val="FF8243"/>
                </a:solidFill>
              </a:defRPr>
            </a:pPr>
            <a:r>
              <a:t>The least viewed non-clinical content was about the cafeteria menu updates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platform's average session duration for non-clinical content was 10 minutes</a:t>
            </a:r>
          </a:p>
          <a:p>
            <a:pPr>
              <a:spcAft>
                <a:spcPts val="600"/>
              </a:spcAft>
              <a:defRPr sz="1800">
                <a:solidFill>
                  <a:srgbClr val="404040"/>
                </a:solidFill>
              </a:defRPr>
            </a:pPr>
            <a:r>
              <a:t>The total number of views for non-clinical content was around 2,000 in March 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B050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800"/>
              </a:spcAft>
              <a:defRPr sz="1800" b="1">
                <a:solidFill>
                  <a:srgbClr val="FF8243"/>
                </a:solidFill>
              </a:defRPr>
            </a:pPr>
            <a:r>
              <a:t>Understanding the platform usage trends helps us optimize the content and interface for improved engagement. As a next step, we should consider implementing strategies to encourage more frequent usage among staff.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