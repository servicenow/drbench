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Enhancing Virtual Training for Multidisciplinary Care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for excellence in patient care, continuous training for our healthcare professionals is paramount. This presentation explores how our knowledge management platform can be leveraged to address knowledge gaps and enhance outcomes in head and neck cancer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Current State of Virtual Knowledge Management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of the start of 2025, all relevant training content on our knowledge management platform has been reviewed and updated.</a:t>
            </a:r>
          </a:p>
          <a:p>
            <a:pPr>
              <a:spcAft>
                <a:spcPts val="600"/>
              </a:spcAft>
              <a:defRPr sz="1800">
                <a:solidFill>
                  <a:srgbClr val="404040"/>
                </a:solidFill>
              </a:defRPr>
            </a:pPr>
            <a:r>
              <a:t>The updates ensure our virtual training materials align with the latest clinical guidelines and best practices for managing head and neck cancer patients.</a:t>
            </a:r>
          </a:p>
          <a:p>
            <a:pPr>
              <a:spcAft>
                <a:spcPts val="600"/>
              </a:spcAft>
              <a:defRPr sz="1800">
                <a:solidFill>
                  <a:srgbClr val="FFC000"/>
                </a:solidFill>
              </a:defRPr>
            </a:pPr>
            <a:r>
              <a:t>Multidisciplinary care teams have been receiving accurate guidance, enhancing their skills and knowledge in head and neck cancer management.</a:t>
            </a:r>
          </a:p>
          <a:p>
            <a:pPr>
              <a:spcAft>
                <a:spcPts val="600"/>
              </a:spcAft>
              <a:defRPr sz="1800">
                <a:solidFill>
                  <a:srgbClr val="404040"/>
                </a:solidFill>
              </a:defRPr>
            </a:pPr>
            <a:r>
              <a:t>The updated training modules have been designed to directly address identified gaps in knowledge sharing, a major factor in medical errors.</a:t>
            </a:r>
          </a:p>
          <a:p>
            <a:pPr>
              <a:spcAft>
                <a:spcPts val="600"/>
              </a:spcAft>
              <a:defRPr sz="1800">
                <a:solidFill>
                  <a:srgbClr val="404040"/>
                </a:solidFill>
              </a:defRPr>
            </a:pPr>
            <a:r>
              <a:t>By providing effective and timely medical knowledge, we're contributing to improved patient care outcomes across MediConn's virtual healthcare services.</a:t>
            </a:r>
          </a:p>
          <a:p>
            <a:pPr>
              <a:spcAft>
                <a:spcPts val="600"/>
              </a:spcAft>
              <a:defRPr sz="1800">
                <a:solidFill>
                  <a:srgbClr val="FFC000"/>
                </a:solidFill>
              </a:defRPr>
            </a:pPr>
            <a:r>
              <a:t>The commitment to continuous learning and training supports MediConn's mission of providing accessible and quality care to individuals and businesses across Canada.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Addressing Knowledge Gaps in Multidisciplinary 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have identified that knowledge gaps often occur between different specialist teams</a:t>
            </a:r>
          </a:p>
          <a:p>
            <a:pPr>
              <a:spcAft>
                <a:spcPts val="400"/>
              </a:spcAft>
              <a:defRPr sz="1600">
                <a:solidFill>
                  <a:srgbClr val="404040"/>
                </a:solidFill>
              </a:defRPr>
            </a:pPr>
            <a:r>
              <a:t>Re-evaluation of roles and responsibilities in multidisciplinary care is conducted annually</a:t>
            </a:r>
          </a:p>
          <a:p>
            <a:pPr>
              <a:spcAft>
                <a:spcPts val="400"/>
              </a:spcAft>
              <a:defRPr sz="1600">
                <a:solidFill>
                  <a:srgbClr val="FFC000"/>
                </a:solidFill>
              </a:defRPr>
            </a:pPr>
            <a:r>
              <a:t>Regular interdisciplinary meetings are held to facilitate communication</a:t>
            </a:r>
          </a:p>
          <a:p>
            <a:pPr>
              <a:spcAft>
                <a:spcPts val="400"/>
              </a:spcAft>
              <a:defRPr sz="1600">
                <a:solidFill>
                  <a:srgbClr val="404040"/>
                </a:solidFill>
              </a:defRPr>
            </a:pPr>
            <a:r>
              <a:t>The Operations and Strategy department reviews knowledge gaps quarterly</a:t>
            </a:r>
          </a:p>
          <a:p>
            <a:pPr>
              <a:spcAft>
                <a:spcPts val="400"/>
              </a:spcAft>
              <a:defRPr sz="1600">
                <a:solidFill>
                  <a:srgbClr val="404040"/>
                </a:solidFill>
              </a:defRPr>
            </a:pPr>
            <a:r>
              <a:t>A survey is conducted annually to identify areas for improvement in knowledge sharing</a:t>
            </a:r>
          </a:p>
          <a:p>
            <a:pPr>
              <a:spcAft>
                <a:spcPts val="400"/>
              </a:spcAft>
              <a:defRPr sz="1600">
                <a:solidFill>
                  <a:srgbClr val="FFC000"/>
                </a:solidFill>
              </a:defRPr>
            </a:pPr>
            <a:r>
              <a:t>Collaborative platforms have been introduced to encourage peer-to-peer learning</a:t>
            </a:r>
          </a:p>
          <a:p>
            <a:pPr>
              <a:spcAft>
                <a:spcPts val="400"/>
              </a:spcAft>
              <a:defRPr sz="1600">
                <a:solidFill>
                  <a:srgbClr val="404040"/>
                </a:solidFill>
              </a:defRPr>
            </a:pPr>
            <a:r>
              <a:t>The effectiveness of these platforms is measured through semi-annual surveys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Improving Patient Outcomes Through Targeted Training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Training programs are designed based on the latest medical research</a:t>
            </a:r>
          </a:p>
          <a:p>
            <a:pPr>
              <a:spcAft>
                <a:spcPts val="600"/>
              </a:spcAft>
              <a:defRPr sz="1800">
                <a:solidFill>
                  <a:srgbClr val="404040"/>
                </a:solidFill>
              </a:defRPr>
            </a:pPr>
            <a:r>
              <a:t>We have a comprehensive database of training materials for healthcare professionals</a:t>
            </a:r>
          </a:p>
          <a:p>
            <a:pPr>
              <a:spcAft>
                <a:spcPts val="600"/>
              </a:spcAft>
              <a:defRPr sz="1800">
                <a:solidFill>
                  <a:srgbClr val="FFC000"/>
                </a:solidFill>
              </a:defRPr>
            </a:pPr>
            <a:r>
              <a:t>Each training program is evaluated for effectiveness using predefined metrics</a:t>
            </a:r>
          </a:p>
          <a:p>
            <a:pPr>
              <a:spcAft>
                <a:spcPts val="600"/>
              </a:spcAft>
              <a:defRPr sz="1800">
                <a:solidFill>
                  <a:srgbClr val="404040"/>
                </a:solidFill>
              </a:defRPr>
            </a:pPr>
            <a:r>
              <a:t>We have regular feedback sessions after each training program</a:t>
            </a:r>
          </a:p>
          <a:p>
            <a:pPr>
              <a:spcAft>
                <a:spcPts val="600"/>
              </a:spcAft>
              <a:defRPr sz="1800">
                <a:solidFill>
                  <a:srgbClr val="404040"/>
                </a:solidFill>
              </a:defRPr>
            </a:pPr>
            <a:r>
              <a:t>Our training programs are accredited by the Canadian Medical Association</a:t>
            </a:r>
          </a:p>
          <a:p>
            <a:pPr>
              <a:spcAft>
                <a:spcPts val="600"/>
              </a:spcAft>
              <a:defRPr sz="1800">
                <a:solidFill>
                  <a:srgbClr val="FFC000"/>
                </a:solidFill>
              </a:defRPr>
            </a:pPr>
            <a:r>
              <a:t>We use learning analytics to improve our training programs</a:t>
            </a:r>
          </a:p>
          <a:p>
            <a:pPr>
              <a:spcAft>
                <a:spcPts val="600"/>
              </a:spcAft>
              <a:defRPr sz="1800">
                <a:solidFill>
                  <a:srgbClr val="404040"/>
                </a:solidFill>
              </a:defRPr>
            </a:pPr>
            <a:r>
              <a:t>A dedicated training team works closely with healthcare professionals to ensure relevancy of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leveraging our knowledge management platform, we can deliver targeted training to address knowledge gaps, ultimately improving patient outcomes. It is essential to continue refining our platform to provide the most effective training for our multidisciplinary care teams.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