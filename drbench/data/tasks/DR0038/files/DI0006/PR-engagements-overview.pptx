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191970"/>
                </a:solidFill>
              </a:defRPr>
            </a:pPr>
            <a:r>
              <a:t>Public Relations Engagements Overview</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Today, we will be diving into the various speaking engagements secured by the public relations team. This analysis will provide insight into our current outreach strategy and its effectiveness.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Breakdown of PR Activities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PR team coordinated 15 in-store promotional events in 2021</a:t>
            </a:r>
          </a:p>
          <a:p>
            <a:pPr>
              <a:spcAft>
                <a:spcPts val="600"/>
              </a:spcAft>
              <a:defRPr sz="1800">
                <a:solidFill>
                  <a:srgbClr val="404040"/>
                </a:solidFill>
              </a:defRPr>
            </a:pPr>
            <a:r>
              <a:t>Collaborated with local influencers for social media campaigns</a:t>
            </a:r>
          </a:p>
          <a:p>
            <a:pPr>
              <a:spcAft>
                <a:spcPts val="600"/>
              </a:spcAft>
              <a:defRPr sz="1800">
                <a:solidFill>
                  <a:srgbClr val="FFA500"/>
                </a:solidFill>
              </a:defRPr>
            </a:pPr>
            <a:r>
              <a:t>Developed a proactive crisis communication plan</a:t>
            </a:r>
          </a:p>
          <a:p>
            <a:pPr>
              <a:spcAft>
                <a:spcPts val="600"/>
              </a:spcAft>
              <a:defRPr sz="1800">
                <a:solidFill>
                  <a:srgbClr val="404040"/>
                </a:solidFill>
              </a:defRPr>
            </a:pPr>
            <a:r>
              <a:t>Implemented a new customer feedback system in Q3 of 2021</a:t>
            </a:r>
          </a:p>
          <a:p>
            <a:pPr>
              <a:spcAft>
                <a:spcPts val="600"/>
              </a:spcAft>
              <a:defRPr sz="1800">
                <a:solidFill>
                  <a:srgbClr val="404040"/>
                </a:solidFill>
              </a:defRPr>
            </a:pPr>
            <a:r>
              <a:t>Conducted 3 market research studies to understand customer preferences better</a:t>
            </a:r>
          </a:p>
          <a:p>
            <a:pPr>
              <a:spcAft>
                <a:spcPts val="600"/>
              </a:spcAft>
              <a:defRPr sz="1800">
                <a:solidFill>
                  <a:srgbClr val="FFA500"/>
                </a:solidFill>
              </a:defRPr>
            </a:pPr>
            <a:r>
              <a:t>Managed over 50 press releases in the last fiscal year</a:t>
            </a:r>
          </a:p>
          <a:p>
            <a:pPr>
              <a:spcAft>
                <a:spcPts val="600"/>
              </a:spcAft>
              <a:defRPr sz="1800">
                <a:solidFill>
                  <a:srgbClr val="404040"/>
                </a:solidFill>
              </a:defRPr>
            </a:pPr>
            <a:r>
              <a:t>Coordinated with local communities for CSR activities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Analysis of Secured Speaking Engagements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Identified key industry events for potential speaking opportunities</a:t>
            </a:r>
          </a:p>
          <a:p>
            <a:pPr>
              <a:spcAft>
                <a:spcPts val="600"/>
              </a:spcAft>
              <a:defRPr sz="1800">
                <a:solidFill>
                  <a:srgbClr val="404040"/>
                </a:solidFill>
              </a:defRPr>
            </a:pPr>
            <a:r>
              <a:t>Developed a protocol for engagement selection and preparation</a:t>
            </a:r>
          </a:p>
          <a:p>
            <a:pPr>
              <a:spcAft>
                <a:spcPts val="600"/>
              </a:spcAft>
              <a:defRPr sz="1800">
                <a:solidFill>
                  <a:srgbClr val="FFA500"/>
                </a:solidFill>
              </a:defRPr>
            </a:pPr>
            <a:r>
              <a:t>Collaborated with the marketing team for booth setup at conferences</a:t>
            </a:r>
          </a:p>
          <a:p>
            <a:pPr>
              <a:spcAft>
                <a:spcPts val="600"/>
              </a:spcAft>
              <a:defRPr sz="1800">
                <a:solidFill>
                  <a:srgbClr val="404040"/>
                </a:solidFill>
              </a:defRPr>
            </a:pPr>
            <a:r>
              <a:t>Conducted post-engagement surveys to gather audience feedback</a:t>
            </a:r>
          </a:p>
          <a:p>
            <a:pPr>
              <a:spcAft>
                <a:spcPts val="600"/>
              </a:spcAft>
              <a:defRPr sz="1800">
                <a:solidFill>
                  <a:srgbClr val="404040"/>
                </a:solidFill>
              </a:defRPr>
            </a:pPr>
            <a:r>
              <a:t>Trained company representatives for effective public speaking</a:t>
            </a:r>
          </a:p>
          <a:p>
            <a:pPr>
              <a:spcAft>
                <a:spcPts val="600"/>
              </a:spcAft>
              <a:defRPr sz="1800">
                <a:solidFill>
                  <a:srgbClr val="FFA500"/>
                </a:solidFill>
              </a:defRPr>
            </a:pPr>
            <a:r>
              <a:t>Established a process for tracking engagement outcomes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Impact of Speaking Engagements on Market Presence</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Speaking engagements improved brand awareness, as per post-event surveys</a:t>
            </a:r>
          </a:p>
          <a:p>
            <a:pPr>
              <a:spcAft>
                <a:spcPts val="400"/>
              </a:spcAft>
              <a:defRPr sz="1600">
                <a:solidFill>
                  <a:srgbClr val="404040"/>
                </a:solidFill>
              </a:defRPr>
            </a:pPr>
            <a:r>
              <a:t>Recorded an average 15% increase in website traffic post-engagements</a:t>
            </a:r>
          </a:p>
          <a:p>
            <a:pPr>
              <a:spcAft>
                <a:spcPts val="400"/>
              </a:spcAft>
              <a:defRPr sz="1600">
                <a:solidFill>
                  <a:srgbClr val="FFA500"/>
                </a:solidFill>
              </a:defRPr>
            </a:pPr>
            <a:r>
              <a:t>Noticed increased brand mentions on social media platforms after engagements</a:t>
            </a:r>
          </a:p>
          <a:p>
            <a:pPr>
              <a:spcAft>
                <a:spcPts val="400"/>
              </a:spcAft>
              <a:defRPr sz="1600">
                <a:solidFill>
                  <a:srgbClr val="404040"/>
                </a:solidFill>
              </a:defRPr>
            </a:pPr>
            <a:r>
              <a:t>Observed a 20% increase in product inquiries after major conference appearances</a:t>
            </a:r>
          </a:p>
          <a:p>
            <a:pPr>
              <a:spcAft>
                <a:spcPts val="400"/>
              </a:spcAft>
              <a:defRPr sz="1600">
                <a:solidFill>
                  <a:srgbClr val="404040"/>
                </a:solidFill>
              </a:defRPr>
            </a:pPr>
            <a:r>
              <a:t>Witnessed an improvement in brand perception due to speaking engagements</a:t>
            </a:r>
          </a:p>
          <a:p>
            <a:pPr>
              <a:spcAft>
                <a:spcPts val="400"/>
              </a:spcAft>
              <a:defRPr sz="1600">
                <a:solidFill>
                  <a:srgbClr val="FFA500"/>
                </a:solidFill>
              </a:defRPr>
            </a:pPr>
            <a:r>
              <a:t>Secured partnerships with key industry players after conference interactions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A500"/>
                </a:solidFill>
              </a:defRPr>
            </a:pPr>
            <a:r>
              <a:t>We have seen an impressive number of speaking engagements secured, which significantly contributed to our market presence. Moving forward, we should continue to leverage these opportunities to enhance our brand visibility and reputation.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