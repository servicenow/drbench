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Social Media Performance of Lee's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analyze the performance of Lee's Market on various social media platforms. The insights will help us understand our digital customer engagement and plan future marketing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Customer Engagement Metrics on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response time of our customer support on social media is 30 minutes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have a dedicated team of 20 professionals handling social media queries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Our Facebook page has seen a 15% increase in likes in the last quarter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click-through rate of our social media ad campaigns is 3.5%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10% of our social media followers have used the chatbot service for inquiries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Our Twitter account has received over 50,000 mentions in the past 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customer feedback score on social media is 4.2/5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Comparative Analysis of Competitors' Social Media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Competitor A has a social media following of 1 million across all platforms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Competitor B's social media posts receive an average of 5000 engagements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Competitor C has a customer response time of 20 minutes on social media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Competitor D has launched a successful influencer campaign last quarter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Competitor E's social media posts have a high shareability index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Competitor F's ad campaigns on Instagram have a conversion rate of 5%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Competitor G's Twitter account has 500k followers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Insight into Lee's Market's Social Media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social media team comprises 30 professionals from diverse backgrounds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use the latest social media management tools for scheduling and analytics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Our social media policy ensures a consistent brand voice across platforms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have a separate budget allocation for social media advertising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team conducts monthly brainstorming sessions to come up with creative content ideas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We focus on user-generated content to increase customer engagement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have partnerships with several influencers for product promotions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Our social media performance shows promising trends in customer engagement. Moving forward, we should focus on leveraging these insights to further enhance our digital marketing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