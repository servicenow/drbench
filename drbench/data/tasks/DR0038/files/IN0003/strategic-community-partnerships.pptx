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70C0"/>
                </a:solidFill>
              </a:defRPr>
            </a:pPr>
            <a:r>
              <a:t>Community Partnerships: A Strategic Investment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today's competitive retail landscape, strategic community partnerships can enhance our brand reputation and attract new customers. This presentation will explore the ROI on such programs by reviewing case studies of regional food retailers.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Exploring Community Partnership Trends in Retail</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 2023, Lee's Market introduced the Little Grocers initiative targeting school districts, which significantly boosted our brand's reputation.</a:t>
            </a:r>
          </a:p>
          <a:p>
            <a:pPr>
              <a:spcAft>
                <a:spcPts val="600"/>
              </a:spcAft>
              <a:defRPr sz="1800">
                <a:solidFill>
                  <a:srgbClr val="404040"/>
                </a:solidFill>
              </a:defRPr>
            </a:pPr>
            <a:r>
              <a:t>Post-launch, a comprehensive survey led by our PR team tracked a notable rise in brand sentiment amongst parents.</a:t>
            </a:r>
          </a:p>
          <a:p>
            <a:pPr>
              <a:spcAft>
                <a:spcPts val="600"/>
              </a:spcAft>
              <a:defRPr sz="1800">
                <a:solidFill>
                  <a:srgbClr val="FFC000"/>
                </a:solidFill>
              </a:defRPr>
            </a:pPr>
            <a:r>
              <a:t>The survey results indicated a 15% surge in trust and perception of our community commitment, solidifying our standing as a community-focused brand.</a:t>
            </a:r>
          </a:p>
          <a:p>
            <a:pPr>
              <a:spcAft>
                <a:spcPts val="600"/>
              </a:spcAft>
              <a:defRPr sz="1800">
                <a:solidFill>
                  <a:srgbClr val="404040"/>
                </a:solidFill>
              </a:defRPr>
            </a:pPr>
            <a:r>
              <a:t>Initiatives like the Little Grocers program have proven to be an effective way to attract new customers cost-effectively.</a:t>
            </a:r>
          </a:p>
          <a:p>
            <a:pPr>
              <a:spcAft>
                <a:spcPts val="600"/>
              </a:spcAft>
              <a:defRPr sz="1800">
                <a:solidFill>
                  <a:srgbClr val="404040"/>
                </a:solidFill>
              </a:defRPr>
            </a:pPr>
            <a:r>
              <a:t>The success of this initiative illustrates the potential of community partnership programs in enhancing brand perception.</a:t>
            </a:r>
          </a:p>
          <a:p>
            <a:pPr>
              <a:spcAft>
                <a:spcPts val="600"/>
              </a:spcAft>
              <a:defRPr sz="1800">
                <a:solidFill>
                  <a:srgbClr val="FFC000"/>
                </a:solidFill>
              </a:defRPr>
            </a:pPr>
            <a:r>
              <a:t>Exploring similar community-based initiatives in future could further bolster our reputation and strengthen our relationship with customers.</a:t>
            </a:r>
          </a:p>
          <a:p>
            <a:pPr>
              <a:spcAft>
                <a:spcPts val="600"/>
              </a:spcAft>
              <a:defRPr sz="1800">
                <a:solidFill>
                  <a:srgbClr val="404040"/>
                </a:solidFill>
              </a:defRPr>
            </a:pPr>
            <a:r>
              <a:t>The success of the Little Grocers program serves as a benchmark for future community partnership strategies.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Case Study: Successful ROI from Community Initiatives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 2021, a major grocery retailer partnered with a national health organization, resulting in a 10% increase in sales of healthy food items.</a:t>
            </a:r>
          </a:p>
          <a:p>
            <a:pPr>
              <a:spcAft>
                <a:spcPts val="600"/>
              </a:spcAft>
              <a:defRPr sz="1800">
                <a:solidFill>
                  <a:srgbClr val="404040"/>
                </a:solidFill>
              </a:defRPr>
            </a:pPr>
            <a:r>
              <a:t>Another retailer's recycling initiative saw a 20% increase in customer engagement on digital platforms.</a:t>
            </a:r>
          </a:p>
          <a:p>
            <a:pPr>
              <a:spcAft>
                <a:spcPts val="600"/>
              </a:spcAft>
              <a:defRPr sz="1800">
                <a:solidFill>
                  <a:srgbClr val="FFC000"/>
                </a:solidFill>
              </a:defRPr>
            </a:pPr>
            <a:r>
              <a:t>A grocery chain's partnership with local schools boosted its brand reputation, as reflected in customer surveys.</a:t>
            </a:r>
          </a:p>
          <a:p>
            <a:pPr>
              <a:spcAft>
                <a:spcPts val="600"/>
              </a:spcAft>
              <a:defRPr sz="1800">
                <a:solidFill>
                  <a:srgbClr val="404040"/>
                </a:solidFill>
              </a:defRPr>
            </a:pPr>
            <a:r>
              <a:t>An organic food retailer's partnership with a green energy company resulted in a significant reduction in operational costs.</a:t>
            </a:r>
          </a:p>
          <a:p>
            <a:pPr>
              <a:spcAft>
                <a:spcPts val="600"/>
              </a:spcAft>
              <a:defRPr sz="1800">
                <a:solidFill>
                  <a:srgbClr val="404040"/>
                </a:solidFill>
              </a:defRPr>
            </a:pPr>
            <a:r>
              <a:t>A retailer's investment in a community gardening project led to a rise in locally-sourced produce, strengthening its sustainability narrative.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Strengthening Lee's Market Brand with Strategic Partnerships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Lee's Market has recently partnered with a well-known health and wellness brand to promote healthier eating habits.</a:t>
            </a:r>
          </a:p>
          <a:p>
            <a:pPr>
              <a:spcAft>
                <a:spcPts val="400"/>
              </a:spcAft>
              <a:defRPr sz="1600">
                <a:solidFill>
                  <a:srgbClr val="404040"/>
                </a:solidFill>
              </a:defRPr>
            </a:pPr>
            <a:r>
              <a:t>We have invested in a partnership with a leading tech company to improve our online shopping platform.</a:t>
            </a:r>
          </a:p>
          <a:p>
            <a:pPr>
              <a:spcAft>
                <a:spcPts val="400"/>
              </a:spcAft>
              <a:defRPr sz="1600">
                <a:solidFill>
                  <a:srgbClr val="FFC000"/>
                </a:solidFill>
              </a:defRPr>
            </a:pPr>
            <a:r>
              <a:t>Our collaboration with a local non-profit to address food insecurity has been well-received by our customers.</a:t>
            </a:r>
          </a:p>
          <a:p>
            <a:pPr>
              <a:spcAft>
                <a:spcPts val="400"/>
              </a:spcAft>
              <a:defRPr sz="1600">
                <a:solidFill>
                  <a:srgbClr val="404040"/>
                </a:solidFill>
              </a:defRPr>
            </a:pPr>
            <a:r>
              <a:t>We have formed a strategic partnership with a popular Asian food brand to expand our product range.</a:t>
            </a:r>
          </a:p>
          <a:p>
            <a:pPr>
              <a:spcAft>
                <a:spcPts val="400"/>
              </a:spcAft>
              <a:defRPr sz="1600">
                <a:solidFill>
                  <a:srgbClr val="404040"/>
                </a:solidFill>
              </a:defRPr>
            </a:pPr>
            <a:r>
              <a:t>Our partnership with a local farming cooperative has enabled us to source more organic and locally-grown produce.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Investing strategically in community partnerships can provide significant ROI in terms of media coverage, customer acquisition, and brand perception. It's time for Lee's Market to leverage these insights and identify potential partnerships that align with our brand values.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