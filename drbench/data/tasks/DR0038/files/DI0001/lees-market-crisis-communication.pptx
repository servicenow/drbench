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Crisis Communication Strategies at Lee's Market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explore how Lee's Market approaches crisis communication, an essential aspect of our risk management strategy. Our aim is to ensure transparency, timeliness, and accuracy in all our communication endeavors.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Lee's Market Crisis Management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Lee's Market was established in 1990 as a single store and has grown to a 5000+ employee enterprise</a:t>
            </a:r>
          </a:p>
          <a:p>
            <a:pPr>
              <a:spcAft>
                <a:spcPts val="600"/>
              </a:spcAft>
              <a:defRPr sz="1800">
                <a:solidFill>
                  <a:srgbClr val="404040"/>
                </a:solidFill>
              </a:defRPr>
            </a:pPr>
            <a:r>
              <a:t>Our primary focus has always been on providing high-quality Asian groceries and household items</a:t>
            </a:r>
          </a:p>
          <a:p>
            <a:pPr>
              <a:spcAft>
                <a:spcPts val="600"/>
              </a:spcAft>
              <a:defRPr sz="1800">
                <a:solidFill>
                  <a:srgbClr val="FFA500"/>
                </a:solidFill>
              </a:defRPr>
            </a:pPr>
            <a:r>
              <a:t>We expanded to online and delivery services in 2015 to meet customers' evolving needs</a:t>
            </a:r>
          </a:p>
          <a:p>
            <a:pPr>
              <a:spcAft>
                <a:spcPts val="600"/>
              </a:spcAft>
              <a:defRPr sz="1800">
                <a:solidFill>
                  <a:srgbClr val="404040"/>
                </a:solidFill>
              </a:defRPr>
            </a:pPr>
            <a:r>
              <a:t>We have a dedicated Risk Management department which oversees all potential business risks</a:t>
            </a:r>
          </a:p>
          <a:p>
            <a:pPr>
              <a:spcAft>
                <a:spcPts val="600"/>
              </a:spcAft>
              <a:defRPr sz="1800">
                <a:solidFill>
                  <a:srgbClr val="404040"/>
                </a:solidFill>
              </a:defRPr>
            </a:pPr>
            <a:r>
              <a:t>Our company's growth in urban centers across the U.S. and Canada has been strategic and measured</a:t>
            </a:r>
          </a:p>
          <a:p>
            <a:pPr>
              <a:spcAft>
                <a:spcPts val="600"/>
              </a:spcAft>
              <a:defRPr sz="1800">
                <a:solidFill>
                  <a:srgbClr val="FFA500"/>
                </a:solidFill>
              </a:defRPr>
            </a:pPr>
            <a:r>
              <a:t>We have a robust corporate responsibility policy that guides our actions in the community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Crisis Communication Framework</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framework includes a clear organizational structure for managing crises</a:t>
            </a:r>
          </a:p>
          <a:p>
            <a:pPr>
              <a:spcAft>
                <a:spcPts val="600"/>
              </a:spcAft>
              <a:defRPr sz="1800">
                <a:solidFill>
                  <a:srgbClr val="404040"/>
                </a:solidFill>
              </a:defRPr>
            </a:pPr>
            <a:r>
              <a:t>We have a dedicated team that is trained to handle various potential crises</a:t>
            </a:r>
          </a:p>
          <a:p>
            <a:pPr>
              <a:spcAft>
                <a:spcPts val="600"/>
              </a:spcAft>
              <a:defRPr sz="1800">
                <a:solidFill>
                  <a:srgbClr val="FFA500"/>
                </a:solidFill>
              </a:defRPr>
            </a:pPr>
            <a:r>
              <a:t>Our framework is built on a foundation of transparency and trust</a:t>
            </a:r>
          </a:p>
          <a:p>
            <a:pPr>
              <a:spcAft>
                <a:spcPts val="600"/>
              </a:spcAft>
              <a:defRPr sz="1800">
                <a:solidFill>
                  <a:srgbClr val="404040"/>
                </a:solidFill>
              </a:defRPr>
            </a:pPr>
            <a:r>
              <a:t>We regularly update our framework to reflect changing market conditions and regulatory requirements</a:t>
            </a:r>
          </a:p>
          <a:p>
            <a:pPr>
              <a:spcAft>
                <a:spcPts val="600"/>
              </a:spcAft>
              <a:defRPr sz="1800">
                <a:solidFill>
                  <a:srgbClr val="404040"/>
                </a:solidFill>
              </a:defRPr>
            </a:pPr>
            <a:r>
              <a:t>We use a variety of communication channels depending on the nature of the crisis</a:t>
            </a:r>
          </a:p>
          <a:p>
            <a:pPr>
              <a:spcAft>
                <a:spcPts val="600"/>
              </a:spcAft>
              <a:defRPr sz="1800">
                <a:solidFill>
                  <a:srgbClr val="FFA500"/>
                </a:solidFill>
              </a:defRPr>
            </a:pPr>
            <a:r>
              <a:t>We have a set of Key Performance Indicators (KPIs) to measure the effectiveness of our crisis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Case Study: Real-time Application of Our Strategy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strategy was tested during the 2019 supply chain disruption</a:t>
            </a:r>
          </a:p>
          <a:p>
            <a:pPr>
              <a:spcAft>
                <a:spcPts val="400"/>
              </a:spcAft>
              <a:defRPr sz="1600">
                <a:solidFill>
                  <a:srgbClr val="404040"/>
                </a:solidFill>
              </a:defRPr>
            </a:pPr>
            <a:r>
              <a:t>We worked closely with our suppliers to minimize the impact on our customers</a:t>
            </a:r>
          </a:p>
          <a:p>
            <a:pPr>
              <a:spcAft>
                <a:spcPts val="400"/>
              </a:spcAft>
              <a:defRPr sz="1600">
                <a:solidFill>
                  <a:srgbClr val="FFA500"/>
                </a:solidFill>
              </a:defRPr>
            </a:pPr>
            <a:r>
              <a:t>Our online and delivery services played a key role in maintaining customer satisfaction</a:t>
            </a:r>
          </a:p>
          <a:p>
            <a:pPr>
              <a:spcAft>
                <a:spcPts val="400"/>
              </a:spcAft>
              <a:defRPr sz="1600">
                <a:solidFill>
                  <a:srgbClr val="404040"/>
                </a:solidFill>
              </a:defRPr>
            </a:pPr>
            <a:r>
              <a:t>We communicated regularly with our stakeholders throughout the crisis</a:t>
            </a:r>
          </a:p>
          <a:p>
            <a:pPr>
              <a:spcAft>
                <a:spcPts val="400"/>
              </a:spcAft>
              <a:defRPr sz="1600">
                <a:solidFill>
                  <a:srgbClr val="404040"/>
                </a:solidFill>
              </a:defRPr>
            </a:pPr>
            <a:r>
              <a:t>Post-crisis analysis showed that we were able to manage the situation effectively</a:t>
            </a:r>
          </a:p>
          <a:p>
            <a:pPr>
              <a:spcAft>
                <a:spcPts val="400"/>
              </a:spcAft>
              <a:defRPr sz="1600">
                <a:solidFill>
                  <a:srgbClr val="FFA500"/>
                </a:solidFill>
              </a:defRPr>
            </a:pPr>
            <a:r>
              <a:t>We used the feedback from this experience to improve our crisis management strategy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By adhering to our crisis communication framework, we can effectively manage potential risks and protect our brand's reputation. Let's ensure we are all familiar with this strategy and prepared to act when necessary.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