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Community Partnerships ROI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Today, we will be evaluating the return on investment from our community partnerships over the past year. We will compare our results with other regional food retailers in our revenue range.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Analysis of Media Coverage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 2022, Lee's Market strategically invested in the sponsorship of three major Asian cultural festivals, committing $150,000 to these community engagements.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This investment was leveraged effectively, yielding a substantial 300% ROI due to the enhanced brand visibility in earned media channels.</a:t>
            </a:r>
          </a:p>
          <a:p>
            <a:pPr>
              <a:spcAft>
                <a:spcPts val="400"/>
              </a:spcAft>
              <a:defRPr sz="1600">
                <a:solidFill>
                  <a:srgbClr val="FFA500"/>
                </a:solidFill>
              </a:defRPr>
            </a:pPr>
            <a:r>
              <a:t>Aside from the direct financial returns, we also observed a significant uplift in our customer base, with 25% growth in new customers that align with our cultural relevance.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These new customers, along with the increased media coverage, contributed to a positive shift in brand perception and customer sentiment.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sponsorship strategy not only fostered community relations but also amplified Lee's Market's commitment to cultural inclusivity and diversity.</a:t>
            </a:r>
          </a:p>
          <a:p>
            <a:pPr>
              <a:spcAft>
                <a:spcPts val="400"/>
              </a:spcAft>
              <a:defRPr sz="1600">
                <a:solidFill>
                  <a:srgbClr val="FFA500"/>
                </a:solidFill>
              </a:defRPr>
            </a:pPr>
            <a:r>
              <a:t>The success of this initiative underscores the potential of community partnerships as a viable growth strategy for regional food retailers.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Going forward, such culturally relevant partnerships should be considered an integral part of Lee's Market's corporate communication and public relations strategy.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Costs to Attract New Customers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 2021, Lee's Market invested $5M in a new customer acquisition campaign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Our digital marketing strategy has reduced the cost per acquisition by 20% since 2019</a:t>
            </a:r>
          </a:p>
          <a:p>
            <a:pPr>
              <a:spcAft>
                <a:spcPts val="400"/>
              </a:spcAft>
              <a:defRPr sz="1600">
                <a:solidFill>
                  <a:srgbClr val="FFA500"/>
                </a:solidFill>
              </a:defRPr>
            </a:pPr>
            <a:r>
              <a:t>We have expanded our loyalty program, which now accounts for 75% of our customer base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 recent partnership with a popular food delivery app has increased our customer base by 10%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PR department works closely with the sales team to ensure consistent messaging to potential customers</a:t>
            </a:r>
          </a:p>
          <a:p>
            <a:pPr>
              <a:spcAft>
                <a:spcPts val="400"/>
              </a:spcAft>
              <a:defRPr sz="1600">
                <a:solidFill>
                  <a:srgbClr val="FFA500"/>
                </a:solidFill>
              </a:defRPr>
            </a:pPr>
            <a:r>
              <a:t>We have seen a 15% increase in new customers from organic search traffic since the launch of our SEO strategy in 2020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Brand Perception Improvement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 2022, a consumer survey found that 85% of respondents had a positive perception of Lee's Market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Our reputation for providing high-quality groceries and household items has increased brand loyalty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Our commitment to sustainability has been recognized by several environmental organizations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We have seen a 20% increase in positive online reviews since the launch of our customer feedback initiative in 2021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Our brand messaging strategy has successfully portrayed Lee's Market as a leader in the Asian supermarket sector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We have a robust crisis management plan in place to quickly address any potential negative effects on brand perception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A500"/>
                </a:solidFill>
              </a:defRPr>
            </a:pPr>
            <a:r>
              <a:t>Overall, our community partnerships have generated significant ROI and improved our brand perception. Moving forward, we should invest more in these partnerships, targeting those with the highest potential returns.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