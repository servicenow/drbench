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Lee's Market Instagram Growth Analysis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explores the growth trajectory of Lee's Market's Instagram following throughout 2024. We will examine the impact of our social media strategies on customer engagement and brand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2024 Social Media 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Launched new product promotion campaigns on various social media platforms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Collaborated with micro-influencers for brand promotion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Conducted a series of live cooking shows on Facebook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Invested in Twitter Ads to promote in-store events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Utilized LinkedIn to share company news and attract potential employees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Rolled out a new customer interaction model on social media to enhance engagement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Initiated the 'Lee's Market Rewards Program' on social media platforms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Instagram Follower Growth in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Introduced weekly Instagram-exclusive deals to incentivize followers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Partnered with popular Asian cuisine bloggers to create Instagram content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Implemented Instagram Shops feature to facilitate direct sales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Ran Instagram Ads targeting millennials in urban areas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Held monthly Instagram contests to increase engagement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Started using Instagram Reels for showcasing new product arrivals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Implications of Instagram Follower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Increased brand recognition among younger demographics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Enhanced customer engagement through Instagram-exclusive promotions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Improved online sales through Instagram Shops feature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Raised public awareness of new store openings via Instagram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Strengthened customer loyalty with engaging Instagram content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Leveraged Instagram's analytics for understanding customer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The upward trend in Instagram followers demonstrates the effectiveness of our 2024 social media strategies. Moving forward, we should continue leveraging Instagram as a key platform for customer engagement and product promotion.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