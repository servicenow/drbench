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Taurus 3S: Braking Efficiency and Safety Impact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our continuous pursuit to enhance our vehicle's performance and safety, we've significantly improved the braking system of our new Taurus 3S model. This presentation explores the increase in braking efficiency and its impact on safety ratings.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Innovation in Taurus 3S Braking System</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Incorporated a new high-performance Brembo braking system</a:t>
            </a:r>
          </a:p>
          <a:p>
            <a:pPr>
              <a:spcAft>
                <a:spcPts val="600"/>
              </a:spcAft>
              <a:defRPr sz="1800">
                <a:solidFill>
                  <a:srgbClr val="404040"/>
                </a:solidFill>
              </a:defRPr>
            </a:pPr>
            <a:r>
              <a:t>Leveraged advanced material technology for improved brake pad longevity</a:t>
            </a:r>
          </a:p>
          <a:p>
            <a:pPr>
              <a:spcAft>
                <a:spcPts val="600"/>
              </a:spcAft>
              <a:defRPr sz="1800">
                <a:solidFill>
                  <a:srgbClr val="FF8C00"/>
                </a:solidFill>
              </a:defRPr>
            </a:pPr>
            <a:r>
              <a:t>Implemented brake-by-wire technology for better responsiveness</a:t>
            </a:r>
          </a:p>
          <a:p>
            <a:pPr>
              <a:spcAft>
                <a:spcPts val="600"/>
              </a:spcAft>
              <a:defRPr sz="1800">
                <a:solidFill>
                  <a:srgbClr val="404040"/>
                </a:solidFill>
              </a:defRPr>
            </a:pPr>
            <a:r>
              <a:t>Improved brake cooling system to prevent overheating</a:t>
            </a:r>
          </a:p>
          <a:p>
            <a:pPr>
              <a:spcAft>
                <a:spcPts val="600"/>
              </a:spcAft>
              <a:defRPr sz="1800">
                <a:solidFill>
                  <a:srgbClr val="404040"/>
                </a:solidFill>
              </a:defRPr>
            </a:pPr>
            <a:r>
              <a:t>Conducted rigorous testing of the braking system under various conditions</a:t>
            </a:r>
          </a:p>
          <a:p>
            <a:pPr>
              <a:spcAft>
                <a:spcPts val="600"/>
              </a:spcAft>
              <a:defRPr sz="1800">
                <a:solidFill>
                  <a:srgbClr val="FF8C00"/>
                </a:solidFill>
              </a:defRPr>
            </a:pPr>
            <a:r>
              <a:t>Invested in research and development for the continuous improvement of braking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Efficiency Improvements in Taurus 3S Brakes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Introduced a new brake energy regeneration system</a:t>
            </a:r>
          </a:p>
          <a:p>
            <a:pPr>
              <a:spcAft>
                <a:spcPts val="600"/>
              </a:spcAft>
              <a:defRPr sz="1800">
                <a:solidFill>
                  <a:srgbClr val="404040"/>
                </a:solidFill>
              </a:defRPr>
            </a:pPr>
            <a:r>
              <a:t>Enhanced brake pad material for better friction and heat resistance</a:t>
            </a:r>
          </a:p>
          <a:p>
            <a:pPr>
              <a:spcAft>
                <a:spcPts val="600"/>
              </a:spcAft>
              <a:defRPr sz="1800">
                <a:solidFill>
                  <a:srgbClr val="FF8C00"/>
                </a:solidFill>
              </a:defRPr>
            </a:pPr>
            <a:r>
              <a:t>Reduced brake system weight for improved efficiency</a:t>
            </a:r>
          </a:p>
          <a:p>
            <a:pPr>
              <a:spcAft>
                <a:spcPts val="600"/>
              </a:spcAft>
              <a:defRPr sz="1800">
                <a:solidFill>
                  <a:srgbClr val="404040"/>
                </a:solidFill>
              </a:defRPr>
            </a:pPr>
            <a:r>
              <a:t>Optimized brake force distribution for more balanced braking</a:t>
            </a:r>
          </a:p>
          <a:p>
            <a:pPr>
              <a:spcAft>
                <a:spcPts val="600"/>
              </a:spcAft>
              <a:defRPr sz="1800">
                <a:solidFill>
                  <a:srgbClr val="404040"/>
                </a:solidFill>
              </a:defRPr>
            </a:pPr>
            <a:r>
              <a:t>Updated brake system software for increased responsiveness</a:t>
            </a:r>
          </a:p>
          <a:p>
            <a:pPr>
              <a:spcAft>
                <a:spcPts val="600"/>
              </a:spcAft>
              <a:defRPr sz="1800">
                <a:solidFill>
                  <a:srgbClr val="FF8C00"/>
                </a:solidFill>
              </a:defRPr>
            </a:pPr>
            <a:r>
              <a:t>Improved brake disc design to reduce wear and tear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Braking Efficiency and Safety Ratings Correlation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Efficient braking systems lead to better control and safety</a:t>
            </a:r>
          </a:p>
          <a:p>
            <a:pPr>
              <a:spcAft>
                <a:spcPts val="400"/>
              </a:spcAft>
              <a:defRPr sz="1600">
                <a:solidFill>
                  <a:srgbClr val="404040"/>
                </a:solidFill>
              </a:defRPr>
            </a:pPr>
            <a:r>
              <a:t>Enhanced braking systems can significantly improve safety ratings</a:t>
            </a:r>
          </a:p>
          <a:p>
            <a:pPr>
              <a:spcAft>
                <a:spcPts val="400"/>
              </a:spcAft>
              <a:defRPr sz="1600">
                <a:solidFill>
                  <a:srgbClr val="FF8C00"/>
                </a:solidFill>
              </a:defRPr>
            </a:pPr>
            <a:r>
              <a:t>Safety ratings directly impact customer perception and sales</a:t>
            </a:r>
          </a:p>
          <a:p>
            <a:pPr>
              <a:spcAft>
                <a:spcPts val="400"/>
              </a:spcAft>
              <a:defRPr sz="1600">
                <a:solidFill>
                  <a:srgbClr val="404040"/>
                </a:solidFill>
              </a:defRPr>
            </a:pPr>
            <a:r>
              <a:t>Regulatory bodies give high importance to braking efficiency in safety ratings</a:t>
            </a:r>
          </a:p>
          <a:p>
            <a:pPr>
              <a:spcAft>
                <a:spcPts val="400"/>
              </a:spcAft>
              <a:defRPr sz="1600">
                <a:solidFill>
                  <a:srgbClr val="404040"/>
                </a:solidFill>
              </a:defRPr>
            </a:pPr>
            <a:r>
              <a:t>Continuous improvement in braking efficiency is key to maintaining high safety scores</a:t>
            </a:r>
          </a:p>
          <a:p>
            <a:pPr>
              <a:spcAft>
                <a:spcPts val="400"/>
              </a:spcAft>
              <a:defRPr sz="1600">
                <a:solidFill>
                  <a:srgbClr val="FF8C00"/>
                </a:solidFill>
              </a:defRPr>
            </a:pPr>
            <a:r>
              <a:t>Companies with efficient braking systems often receive lower insurance premiums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8C00"/>
                </a:solidFill>
              </a:defRPr>
            </a:pPr>
            <a:r>
              <a:t>The enhanced braking efficiency in the Taurus 3S model has positively impacted our safety ratings, reinforcing Elexion's commitment to user safety. Moving forward, we will continue to focus on innovating our technology for increased efficiency and safety.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