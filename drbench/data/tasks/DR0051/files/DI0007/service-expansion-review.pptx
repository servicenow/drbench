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Customer Service Expansion 2024: A Review</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explore the growth of our customer service team in 2024 and its impact on our service delivery. We will specifically focus on the hiring decisions made by Rachel, our Head of Customer Service.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Overview of Customer Service Team Expansion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Customer service team started with 20 members in 2016</a:t>
            </a:r>
          </a:p>
          <a:p>
            <a:pPr>
              <a:spcAft>
                <a:spcPts val="400"/>
              </a:spcAft>
              <a:defRPr sz="1600">
                <a:solidFill>
                  <a:srgbClr val="404040"/>
                </a:solidFill>
              </a:defRPr>
            </a:pPr>
            <a:r>
              <a:t>Expanded to 30 members by the end of 2019 due to increased customer demands</a:t>
            </a:r>
          </a:p>
          <a:p>
            <a:pPr>
              <a:spcAft>
                <a:spcPts val="400"/>
              </a:spcAft>
              <a:defRPr sz="1600">
                <a:solidFill>
                  <a:srgbClr val="4682B4"/>
                </a:solidFill>
              </a:defRPr>
            </a:pPr>
            <a:r>
              <a:t>Hired a new team leader in 2020 to manage the growing team</a:t>
            </a:r>
          </a:p>
          <a:p>
            <a:pPr>
              <a:spcAft>
                <a:spcPts val="400"/>
              </a:spcAft>
              <a:defRPr sz="1600">
                <a:solidFill>
                  <a:srgbClr val="404040"/>
                </a:solidFill>
              </a:defRPr>
            </a:pPr>
            <a:r>
              <a:t>Implemented a new CRM system in 2021 to handle the increased workload</a:t>
            </a:r>
          </a:p>
          <a:p>
            <a:pPr>
              <a:spcAft>
                <a:spcPts val="400"/>
              </a:spcAft>
              <a:defRPr sz="1600">
                <a:solidFill>
                  <a:srgbClr val="404040"/>
                </a:solidFill>
              </a:defRPr>
            </a:pPr>
            <a:r>
              <a:t>Added a second shift to accommodate different time zones in 2022</a:t>
            </a:r>
          </a:p>
          <a:p>
            <a:pPr>
              <a:spcAft>
                <a:spcPts val="400"/>
              </a:spcAft>
              <a:defRPr sz="1600">
                <a:solidFill>
                  <a:srgbClr val="4682B4"/>
                </a:solidFill>
              </a:defRPr>
            </a:pPr>
            <a:r>
              <a:t>Conducted a company-wide service training in 2023 to enhance service quality</a:t>
            </a:r>
          </a:p>
          <a:p>
            <a:pPr>
              <a:spcAft>
                <a:spcPts val="400"/>
              </a:spcAft>
              <a:defRPr sz="1600">
                <a:solidFill>
                  <a:srgbClr val="404040"/>
                </a:solidFill>
              </a:defRPr>
            </a:pPr>
            <a:r>
              <a:t>Initiated a performance-based incentive program in 2023 to boost team morale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Impact of New Hires on Service Quality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Observed a 15% decrease in customer complaints in Q2 2024</a:t>
            </a:r>
          </a:p>
          <a:p>
            <a:pPr>
              <a:spcAft>
                <a:spcPts val="600"/>
              </a:spcAft>
              <a:defRPr sz="1800">
                <a:solidFill>
                  <a:srgbClr val="404040"/>
                </a:solidFill>
              </a:defRPr>
            </a:pPr>
            <a:r>
              <a:t>Average call wait time reduced from 10 minutes to 7 minutes in 2024</a:t>
            </a:r>
          </a:p>
          <a:p>
            <a:pPr>
              <a:spcAft>
                <a:spcPts val="600"/>
              </a:spcAft>
              <a:defRPr sz="1800">
                <a:solidFill>
                  <a:srgbClr val="4682B4"/>
                </a:solidFill>
              </a:defRPr>
            </a:pPr>
            <a:r>
              <a:t>Customer satisfaction score increased from 80% to 85% in 2024</a:t>
            </a:r>
          </a:p>
          <a:p>
            <a:pPr>
              <a:spcAft>
                <a:spcPts val="600"/>
              </a:spcAft>
              <a:defRPr sz="1800">
                <a:solidFill>
                  <a:srgbClr val="404040"/>
                </a:solidFill>
              </a:defRPr>
            </a:pPr>
            <a:r>
              <a:t>First-call resolution rate improved by 5% in 2024</a:t>
            </a:r>
          </a:p>
          <a:p>
            <a:pPr>
              <a:spcAft>
                <a:spcPts val="600"/>
              </a:spcAft>
              <a:defRPr sz="1800">
                <a:solidFill>
                  <a:srgbClr val="404040"/>
                </a:solidFill>
              </a:defRPr>
            </a:pPr>
            <a:r>
              <a:t>Employee satisfaction rate rose to 90% in 2024, indicating a positive work environment</a:t>
            </a:r>
          </a:p>
          <a:p>
            <a:pPr>
              <a:spcAft>
                <a:spcPts val="600"/>
              </a:spcAft>
              <a:defRPr sz="1800">
                <a:solidFill>
                  <a:srgbClr val="4682B4"/>
                </a:solidFill>
              </a:defRPr>
            </a:pPr>
            <a:r>
              <a:t>Service level agreement adherence improved by 10% in 2024</a:t>
            </a:r>
          </a:p>
          <a:p>
            <a:pPr>
              <a:spcAft>
                <a:spcPts val="600"/>
              </a:spcAft>
              <a:defRPr sz="1800">
                <a:solidFill>
                  <a:srgbClr val="404040"/>
                </a:solidFill>
              </a:defRPr>
            </a:pPr>
            <a:r>
              <a:t>Initiated a bi-annual performance review process in 2024 to track progress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Detailed View of Rachel's Hiring Decisions in 2024</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Rachel employed a structured interview process for hiring</a:t>
            </a:r>
          </a:p>
          <a:p>
            <a:pPr>
              <a:spcAft>
                <a:spcPts val="600"/>
              </a:spcAft>
              <a:defRPr sz="1800">
                <a:solidFill>
                  <a:srgbClr val="404040"/>
                </a:solidFill>
              </a:defRPr>
            </a:pPr>
            <a:r>
              <a:t>She focused on candidates with strong communication and problem-solving abilities</a:t>
            </a:r>
          </a:p>
          <a:p>
            <a:pPr>
              <a:spcAft>
                <a:spcPts val="600"/>
              </a:spcAft>
              <a:defRPr sz="1800">
                <a:solidFill>
                  <a:srgbClr val="4682B4"/>
                </a:solidFill>
              </a:defRPr>
            </a:pPr>
            <a:r>
              <a:t>Rachel included a two-stage interview process with a practical assignment</a:t>
            </a:r>
          </a:p>
          <a:p>
            <a:pPr>
              <a:spcAft>
                <a:spcPts val="600"/>
              </a:spcAft>
              <a:defRPr sz="1800">
                <a:solidFill>
                  <a:srgbClr val="404040"/>
                </a:solidFill>
              </a:defRPr>
            </a:pPr>
            <a:r>
              <a:t>She collaborated with HR to ensure a smooth onboarding process for new hires</a:t>
            </a:r>
          </a:p>
          <a:p>
            <a:pPr>
              <a:spcAft>
                <a:spcPts val="600"/>
              </a:spcAft>
              <a:defRPr sz="1800">
                <a:solidFill>
                  <a:srgbClr val="404040"/>
                </a:solidFill>
              </a:defRPr>
            </a:pPr>
            <a:r>
              <a:t>Rachel instituted a mentorship program for new hires in the team</a:t>
            </a:r>
          </a:p>
          <a:p>
            <a:pPr>
              <a:spcAft>
                <a:spcPts val="600"/>
              </a:spcAft>
              <a:defRPr sz="1800">
                <a:solidFill>
                  <a:srgbClr val="4682B4"/>
                </a:solidFill>
              </a:defRPr>
            </a:pPr>
            <a:r>
              <a:t>She encouraged diversity in hiring to bring in varied perspectives</a:t>
            </a:r>
          </a:p>
          <a:p>
            <a:pPr>
              <a:spcAft>
                <a:spcPts val="600"/>
              </a:spcAft>
              <a:defRPr sz="1800">
                <a:solidFill>
                  <a:srgbClr val="404040"/>
                </a:solidFill>
              </a:defRPr>
            </a:pPr>
            <a:r>
              <a:t>Rachel prioritized hiring candidates with a customer-centric mindset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The strategic hiring decisions made by Rachel in 2024 have significantly boosted our customer service capabilities. Moving forward, we need to continuously invest in our customer service team to maintain our service quality and customer satisfaction.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