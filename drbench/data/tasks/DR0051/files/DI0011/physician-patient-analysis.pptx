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Physician-Patient Interactions Analysis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In this presentation, we will explore the volume and nature of patient complaints in 2024, focusing on physician-patient interactions. The aim is to understand the areas of improvement and to enhance the patient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2024 Patient Feedback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2024, our customer service team responded to over 14,500 patient feedback tickets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70% of feedback was related to platform usability and accessibility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Feedback was collected primarily through online surveys and phone calls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average response time to feedback was two business days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implemented an improved ticketing system in Q2 of 2024 which has helped streamline our feedback process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80% of feedback resulted in actionable changes to our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Insights into Physician Bedside Manner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Physician bedside manner is a key component of patient satisfaction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provide our physicians with ongoing training in patient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75% of our physicians have received positive feedback on their bedside manner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2024, we initiated a new bedside manner training program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believe that a positive bedside manner can improve patient outcomes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We are committed to maintaining a high standard for physician bedside manner across all our virtual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Action Plan for Enhanced Patient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will continue to invest in training programs to enhance physician-patient communication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2025, we plan to roll out a new patient feedback system to better capture and address concerns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Our development team is working on platform enhancements based on patient feedback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are considering partnerships with external consultancies to improve our patient experience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By Q3 of 2025, we aim to decrease our average feedback response time by 15%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Our goal is to achieve a 90% satisfaction rate across all our virtual platforms by the end of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From the analysis, we have identified key areas for improvement in physician bedside manners. Moving forward, we will implement targeted training to better our services and improve overall patient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