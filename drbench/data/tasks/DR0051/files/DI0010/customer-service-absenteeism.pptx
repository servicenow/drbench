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8080"/>
                </a:solidFill>
              </a:defRPr>
            </a:pPr>
            <a:r>
              <a:t>MediConn Customer Service Absenteeism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provides an overview of our customer service team's absenteeism rate for 2024. The analysis will aid in understanding the team's availability and its impact on service delivery.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Overview of Customer Service Operational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Customer satisfaction levels remained steady at 89% in 2024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Our First Call Resolution (FCR) rate increased by 5% from 2023</a:t>
            </a:r>
          </a:p>
          <a:p>
            <a:pPr>
              <a:spcAft>
                <a:spcPts val="600"/>
              </a:spcAft>
              <a:defRPr sz="1800">
                <a:solidFill>
                  <a:srgbClr val="FF6347"/>
                </a:solidFill>
              </a:defRPr>
            </a:pPr>
            <a:r>
              <a:t>Average hold times decreased by 15% in 2024 due to improved resource allocation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Total number of incoming calls increased by 12% from 2023, indicating heightened demand for our services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Call abandonment rate decreased by 3% in 2024 compared to the previous year</a:t>
            </a:r>
          </a:p>
          <a:p>
            <a:pPr>
              <a:spcAft>
                <a:spcPts val="600"/>
              </a:spcAft>
              <a:defRPr sz="1800">
                <a:solidFill>
                  <a:srgbClr val="FF6347"/>
                </a:solidFill>
              </a:defRPr>
            </a:pPr>
            <a:r>
              <a:t>Employee turnover in the customer service department was 8% in 2024, below the industry average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2024 Absenteeism Trends in Customer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Nationwide, the healthcare industry saw an increase in absenteeism rates by 1.5% in 2024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Absenteeism rates have been directly linked with increased job stress and burnout</a:t>
            </a:r>
          </a:p>
          <a:p>
            <a:pPr>
              <a:spcAft>
                <a:spcPts val="400"/>
              </a:spcAft>
              <a:defRPr sz="1600">
                <a:solidFill>
                  <a:srgbClr val="FF6347"/>
                </a:solidFill>
              </a:defRPr>
            </a:pPr>
            <a:r>
              <a:t>Companies with a strong focus on employee wellbeing saw a decrease in absenteeism rates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Industry leaders are implementing wellness initiatives to combat rising absenteeism trends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Advanced scheduling systems have been shown to reduce absenteeism rates</a:t>
            </a:r>
          </a:p>
          <a:p>
            <a:pPr>
              <a:spcAft>
                <a:spcPts val="400"/>
              </a:spcAft>
              <a:defRPr sz="1600">
                <a:solidFill>
                  <a:srgbClr val="FF6347"/>
                </a:solidFill>
              </a:defRPr>
            </a:pPr>
            <a:r>
              <a:t>Organizations with robust remote work policies have seen a decrease in absenteeism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Impact of Absenteeism on Service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Increased absenteeism can lead to longer wait times and lower customer satisfaction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High absenteeism rates can result in an overworked staff and lower morale</a:t>
            </a:r>
          </a:p>
          <a:p>
            <a:pPr>
              <a:spcAft>
                <a:spcPts val="400"/>
              </a:spcAft>
              <a:defRPr sz="1600">
                <a:solidFill>
                  <a:srgbClr val="FF6347"/>
                </a:solidFill>
              </a:defRPr>
            </a:pPr>
            <a:r>
              <a:t>Increased absenteeism can negatively impact First Call Resolution rates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Absenteeism can result in a decrease in overall productivity of the customer service department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High absenteeism rates can disrupt the workflow and lead to increased stress among the remaining staff</a:t>
            </a:r>
          </a:p>
          <a:p>
            <a:pPr>
              <a:spcAft>
                <a:spcPts val="400"/>
              </a:spcAft>
              <a:defRPr sz="1600">
                <a:solidFill>
                  <a:srgbClr val="FF6347"/>
                </a:solidFill>
              </a:defRPr>
            </a:pPr>
            <a:r>
              <a:t>Absenteeism can lead to an increased reliance on temporary or less experienced staff, potentially impacting service quality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6347"/>
                </a:solidFill>
              </a:defRPr>
            </a:pPr>
            <a:r>
              <a:t>Understanding absenteeism rates aids in proactive planning for operational efficiency. Strategies to manage and mitigate absenteeism should be developed to maintain our commitment to quality service.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