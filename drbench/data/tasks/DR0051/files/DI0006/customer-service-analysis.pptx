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>
                <a:solidFill>
                  <a:srgbClr val="191970"/>
                </a:solidFill>
              </a:defRPr>
            </a:pPr>
            <a:r>
              <a:t>Customer Service Efficiency Analysis 2024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91970"/>
                </a:solidFill>
              </a:defRPr>
            </a:pPr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This presentation examines the efficiency of our customer service team in 2024, with a focus on email response times. Our goal is to understand our performance and explore areas for improvement.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91970"/>
                </a:solidFill>
              </a:defRPr>
            </a:pPr>
            <a:r>
              <a:t>Customer Service Team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28800"/>
            <a:ext cx="4114800" cy="3657600"/>
          </a:xfrm>
        </p:spPr>
        <p:txBody>
          <a:bodyPr/>
          <a:lstStyle/>
          <a:p/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The customer service team is divided into three main units: email response, call center, and social media response</a:t>
            </a:r>
          </a:p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In 2024, the team was expanded by 30% to cater to the increased customer base</a:t>
            </a:r>
          </a:p>
          <a:p>
            <a:pPr>
              <a:spcAft>
                <a:spcPts val="400"/>
              </a:spcAft>
              <a:defRPr sz="1600">
                <a:solidFill>
                  <a:srgbClr val="FFA500"/>
                </a:solidFill>
              </a:defRPr>
            </a:pPr>
            <a:r>
              <a:t>Each unit has a supervisor who reports to the Customer Service Manager</a:t>
            </a:r>
          </a:p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Internal training programs for new hires are conducted quarterly to ensure service quality</a:t>
            </a:r>
          </a:p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A rotational shift system is in place to ensure 24/7 customer support</a:t>
            </a:r>
          </a:p>
          <a:p>
            <a:pPr>
              <a:spcAft>
                <a:spcPts val="400"/>
              </a:spcAft>
              <a:defRPr sz="1600">
                <a:solidFill>
                  <a:srgbClr val="FFA500"/>
                </a:solidFill>
              </a:defRPr>
            </a:pPr>
            <a:r>
              <a:t>The team uses a CRM system to streamline customer interactions and responses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91970"/>
                </a:solidFill>
              </a:defRPr>
            </a:pPr>
            <a:r>
              <a:t>2024 Email Response Time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In 2024, the email response unit handled approximately 40% of all customer inquiries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The team implemented an automated response system for commonly asked questions</a:t>
            </a:r>
          </a:p>
          <a:p>
            <a:pPr>
              <a:spcAft>
                <a:spcPts val="600"/>
              </a:spcAft>
              <a:defRPr sz="1800">
                <a:solidFill>
                  <a:srgbClr val="FFA500"/>
                </a:solidFill>
              </a:defRPr>
            </a:pPr>
            <a:r>
              <a:t>The team also introduced an escalation process for complex inquiries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The team had a weekly review to discuss any challenges and improvements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The team used a ticketing system to manage, prioritize, and track customer emails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91970"/>
                </a:solidFill>
              </a:defRPr>
            </a:pPr>
            <a:r>
              <a:t>Impact of Response Time on Customer Satisfaction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Faster response times are generally associated with higher customer satisfaction ratings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A survey conducted in 2024 revealed that 80% of customers were satisfied with MediConn's customer service</a:t>
            </a:r>
          </a:p>
          <a:p>
            <a:pPr>
              <a:spcAft>
                <a:spcPts val="600"/>
              </a:spcAft>
              <a:defRPr sz="1800">
                <a:solidFill>
                  <a:srgbClr val="FFA500"/>
                </a:solidFill>
              </a:defRPr>
            </a:pPr>
            <a:r>
              <a:t>Customer satisfaction levels have a direct impact on customer retention and loyalty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Long wait times may frustrate customers and negatively affect their perception of the company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MediConn Solutions strives to continually improve its response times as part of its customer service strategy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91970"/>
                </a:solidFill>
              </a:defRPr>
            </a:pPr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800"/>
              </a:spcAft>
              <a:defRPr sz="1800" b="1">
                <a:solidFill>
                  <a:srgbClr val="FFA500"/>
                </a:solidFill>
              </a:defRPr>
            </a:pPr>
            <a:r>
              <a:t>Our 2024 email response time reflects a dedicated and efficient customer service team. To further enhance customer satisfaction, we need to continually optimize our response strategies.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