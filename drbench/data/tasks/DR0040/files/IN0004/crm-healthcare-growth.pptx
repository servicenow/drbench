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Leveraging CRM for Virtual Healthcare Growth</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With the healthcare industry shifting towards CRM software, it's crucial we understand its potential impact on MediConn's growth. This presentation will explore how we can leverage this trend to enhance our virtual healthcare services and drive business.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Current Trends in Healthcare CRM</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recent survey in January 2025 indicates that 90% of virtual healthcare patients prioritize personalized and timely care.</a:t>
            </a:r>
          </a:p>
          <a:p>
            <a:pPr>
              <a:spcAft>
                <a:spcPts val="600"/>
              </a:spcAft>
              <a:defRPr sz="1800">
                <a:solidFill>
                  <a:srgbClr val="404040"/>
                </a:solidFill>
              </a:defRPr>
            </a:pPr>
            <a:r>
              <a:t>Our new CRM software is designed to meet these patient preferences, offering customized care plans and real-time updates.</a:t>
            </a:r>
          </a:p>
          <a:p>
            <a:pPr>
              <a:spcAft>
                <a:spcPts val="600"/>
              </a:spcAft>
              <a:defRPr sz="1800">
                <a:solidFill>
                  <a:srgbClr val="FF6347"/>
                </a:solidFill>
              </a:defRPr>
            </a:pPr>
            <a:r>
              <a:t>Utilizing this software will align us with the current trend of amplified personalized care and enhanced patient engagement.</a:t>
            </a:r>
          </a:p>
          <a:p>
            <a:pPr>
              <a:spcAft>
                <a:spcPts val="600"/>
              </a:spcAft>
              <a:defRPr sz="1800">
                <a:solidFill>
                  <a:srgbClr val="404040"/>
                </a:solidFill>
              </a:defRPr>
            </a:pPr>
            <a:r>
              <a:t>The CRM software can also help us identify high-risk patients, enabling us to provide specialized care and consequently improve patient outcomes.</a:t>
            </a:r>
          </a:p>
          <a:p>
            <a:pPr>
              <a:spcAft>
                <a:spcPts val="600"/>
              </a:spcAft>
              <a:defRPr sz="1800">
                <a:solidFill>
                  <a:srgbClr val="404040"/>
                </a:solidFill>
              </a:defRPr>
            </a:pPr>
            <a:r>
              <a:t>This CRM-driven approach could be our differentiator in the competitive virtual healthcare market, leading to increased patient retention and acquisition.</a:t>
            </a:r>
          </a:p>
          <a:p>
            <a:pPr>
              <a:spcAft>
                <a:spcPts val="600"/>
              </a:spcAft>
              <a:defRPr sz="1800">
                <a:solidFill>
                  <a:srgbClr val="FF6347"/>
                </a:solidFill>
              </a:defRPr>
            </a:pPr>
            <a:r>
              <a:t>The projected market size growth of healthcare CRM to 30.65 billion USD by 2030 indicates a robust potential for leveraging this trend to drive MediConn Solutions' growth.</a:t>
            </a:r>
          </a:p>
          <a:p>
            <a:pPr>
              <a:spcAft>
                <a:spcPts val="600"/>
              </a:spcAft>
              <a:defRPr sz="1800">
                <a:solidFill>
                  <a:srgbClr val="404040"/>
                </a:solidFill>
              </a:defRPr>
            </a:pPr>
            <a:r>
              <a:t>By 2028, our adoption of CRM software could significantly contribute to our revenue growth and business expansion.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Patient Benefits from CRM Integration</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Patients can access their health records anytime through CRM integrated patient portals</a:t>
            </a:r>
          </a:p>
          <a:p>
            <a:pPr>
              <a:spcAft>
                <a:spcPts val="400"/>
              </a:spcAft>
              <a:defRPr sz="1600">
                <a:solidFill>
                  <a:srgbClr val="404040"/>
                </a:solidFill>
              </a:defRPr>
            </a:pPr>
            <a:r>
              <a:t>CRM systems help streamline appointment scheduling, reducing wait times</a:t>
            </a:r>
          </a:p>
          <a:p>
            <a:pPr>
              <a:spcAft>
                <a:spcPts val="400"/>
              </a:spcAft>
              <a:defRPr sz="1600">
                <a:solidFill>
                  <a:srgbClr val="FF6347"/>
                </a:solidFill>
              </a:defRPr>
            </a:pPr>
            <a:r>
              <a:t>Increased patient engagement through personalized communication</a:t>
            </a:r>
          </a:p>
          <a:p>
            <a:pPr>
              <a:spcAft>
                <a:spcPts val="400"/>
              </a:spcAft>
              <a:defRPr sz="1600">
                <a:solidFill>
                  <a:srgbClr val="404040"/>
                </a:solidFill>
              </a:defRPr>
            </a:pPr>
            <a:r>
              <a:t>Enhanced patient satisfaction due to timely and accurate response to inquiries</a:t>
            </a:r>
          </a:p>
          <a:p>
            <a:pPr>
              <a:spcAft>
                <a:spcPts val="400"/>
              </a:spcAft>
              <a:defRPr sz="1600">
                <a:solidFill>
                  <a:srgbClr val="404040"/>
                </a:solidFill>
              </a:defRPr>
            </a:pPr>
            <a:r>
              <a:t>Patients have a more coordinated healthcare experience as CRM allows all providers to access the same information</a:t>
            </a:r>
          </a:p>
          <a:p>
            <a:pPr>
              <a:spcAft>
                <a:spcPts val="400"/>
              </a:spcAft>
              <a:defRPr sz="1600">
                <a:solidFill>
                  <a:srgbClr val="FF6347"/>
                </a:solidFill>
              </a:defRPr>
            </a:pPr>
            <a:r>
              <a:t>CRM systems can send automated reminders for medication, improving patient adherence to treatment plans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Potential Growth Projection with CRM Utilization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CRM systems can help reduce operational costs by 10-15%, leading to higher profit margins</a:t>
            </a:r>
          </a:p>
          <a:p>
            <a:pPr>
              <a:spcAft>
                <a:spcPts val="600"/>
              </a:spcAft>
              <a:defRPr sz="1800">
                <a:solidFill>
                  <a:srgbClr val="404040"/>
                </a:solidFill>
              </a:defRPr>
            </a:pPr>
            <a:r>
              <a:t>CRM utilization has been linked with a 20% increase in patient retention rates</a:t>
            </a:r>
          </a:p>
          <a:p>
            <a:pPr>
              <a:spcAft>
                <a:spcPts val="600"/>
              </a:spcAft>
              <a:defRPr sz="1800">
                <a:solidFill>
                  <a:srgbClr val="FF6347"/>
                </a:solidFill>
              </a:defRPr>
            </a:pPr>
            <a:r>
              <a:t>Organizations utilizing CRM have reported a 30% increase in patient referrals</a:t>
            </a:r>
          </a:p>
          <a:p>
            <a:pPr>
              <a:spcAft>
                <a:spcPts val="600"/>
              </a:spcAft>
              <a:defRPr sz="1800">
                <a:solidFill>
                  <a:srgbClr val="404040"/>
                </a:solidFill>
              </a:defRPr>
            </a:pPr>
            <a:r>
              <a:t>CRM can potentially improve productivity by 25% through automating routine tasks</a:t>
            </a:r>
          </a:p>
          <a:p>
            <a:pPr>
              <a:spcAft>
                <a:spcPts val="600"/>
              </a:spcAft>
              <a:defRPr sz="1800">
                <a:solidFill>
                  <a:srgbClr val="404040"/>
                </a:solidFill>
              </a:defRPr>
            </a:pPr>
            <a:r>
              <a:t>By 2028, CRM is expected to drive a 35% increase in revenue for healthcare organizations</a:t>
            </a:r>
          </a:p>
          <a:p>
            <a:pPr>
              <a:spcAft>
                <a:spcPts val="600"/>
              </a:spcAft>
              <a:defRPr sz="1800">
                <a:solidFill>
                  <a:srgbClr val="FF6347"/>
                </a:solidFill>
              </a:defRPr>
            </a:pPr>
            <a:r>
              <a:t>A study showed that CRM can reduce patient acquisition costs by 15% by targeting the right audience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By embracing CRM software, we can provide a more personalized and efficient healthcare experience for our patients. This will not only increase patient satisfaction but also significantly contribute to MediConn's business growth by 2028.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