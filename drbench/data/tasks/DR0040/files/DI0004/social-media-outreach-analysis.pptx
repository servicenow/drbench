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MediConn's Social Media Outreach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examine MediConn's current strategies in using social media platforms and how these strategies contribute to our customer acquisition efforts.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Overview of MediConn's Digital Marketing Strategies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 Solutions launched its digital marketing strategy in 2015</a:t>
            </a:r>
          </a:p>
          <a:p>
            <a:pPr>
              <a:spcAft>
                <a:spcPts val="600"/>
              </a:spcAft>
              <a:defRPr sz="1800">
                <a:solidFill>
                  <a:srgbClr val="404040"/>
                </a:solidFill>
              </a:defRPr>
            </a:pPr>
            <a:r>
              <a:t>The main goal was to increase brand visibility and drive web traffic</a:t>
            </a:r>
          </a:p>
          <a:p>
            <a:pPr>
              <a:spcAft>
                <a:spcPts val="600"/>
              </a:spcAft>
              <a:defRPr sz="1800">
                <a:solidFill>
                  <a:srgbClr val="FFA500"/>
                </a:solidFill>
              </a:defRPr>
            </a:pPr>
            <a:r>
              <a:t>The strategy was developed and executed by the internal marketing team</a:t>
            </a:r>
          </a:p>
          <a:p>
            <a:pPr>
              <a:spcAft>
                <a:spcPts val="600"/>
              </a:spcAft>
              <a:defRPr sz="1800">
                <a:solidFill>
                  <a:srgbClr val="404040"/>
                </a:solidFill>
              </a:defRPr>
            </a:pPr>
            <a:r>
              <a:t>Emphasis was placed on SEO, content marketing, and email marketing</a:t>
            </a:r>
          </a:p>
          <a:p>
            <a:pPr>
              <a:spcAft>
                <a:spcPts val="600"/>
              </a:spcAft>
              <a:defRPr sz="1800">
                <a:solidFill>
                  <a:srgbClr val="404040"/>
                </a:solidFill>
              </a:defRPr>
            </a:pPr>
            <a:r>
              <a:t>A 30% increase in web traffic was noted in the first year</a:t>
            </a:r>
          </a:p>
          <a:p>
            <a:pPr>
              <a:spcAft>
                <a:spcPts val="600"/>
              </a:spcAft>
              <a:defRPr sz="1800">
                <a:solidFill>
                  <a:srgbClr val="FFA500"/>
                </a:solidFill>
              </a:defRPr>
            </a:pPr>
            <a:r>
              <a:t>Partnered with several online health forums and blogs for guest posting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Assessment of Social Media Engagement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MediConn has a presence on several social media platforms</a:t>
            </a:r>
          </a:p>
          <a:p>
            <a:pPr>
              <a:spcAft>
                <a:spcPts val="400"/>
              </a:spcAft>
              <a:defRPr sz="1600">
                <a:solidFill>
                  <a:srgbClr val="404040"/>
                </a:solidFill>
              </a:defRPr>
            </a:pPr>
            <a:r>
              <a:t>Regular posting and engagement with users on these platforms</a:t>
            </a:r>
          </a:p>
          <a:p>
            <a:pPr>
              <a:spcAft>
                <a:spcPts val="400"/>
              </a:spcAft>
              <a:defRPr sz="1600">
                <a:solidFill>
                  <a:srgbClr val="FFA500"/>
                </a:solidFill>
              </a:defRPr>
            </a:pPr>
            <a:r>
              <a:t>Partnerships with influencers in the health sector for promotion</a:t>
            </a:r>
          </a:p>
          <a:p>
            <a:pPr>
              <a:spcAft>
                <a:spcPts val="400"/>
              </a:spcAft>
              <a:defRPr sz="1600">
                <a:solidFill>
                  <a:srgbClr val="404040"/>
                </a:solidFill>
              </a:defRPr>
            </a:pPr>
            <a:r>
              <a:t>An external agency was hired to manage social media engagement</a:t>
            </a:r>
          </a:p>
          <a:p>
            <a:pPr>
              <a:spcAft>
                <a:spcPts val="400"/>
              </a:spcAft>
              <a:defRPr sz="1600">
                <a:solidFill>
                  <a:srgbClr val="404040"/>
                </a:solidFill>
              </a:defRPr>
            </a:pPr>
            <a:r>
              <a:t>The company tracks key metrics such as likes, shares, and comments</a:t>
            </a:r>
          </a:p>
          <a:p>
            <a:pPr>
              <a:spcAft>
                <a:spcPts val="400"/>
              </a:spcAft>
              <a:defRPr sz="1600">
                <a:solidFill>
                  <a:srgbClr val="FFA500"/>
                </a:solidFill>
              </a:defRPr>
            </a:pPr>
            <a:r>
              <a:t>Conducts regular audits to assess the performance of social media activities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Impact of Social Media on Customer Acquisition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marketing team regularly monitors customer acquisition channels</a:t>
            </a:r>
          </a:p>
          <a:p>
            <a:pPr>
              <a:spcAft>
                <a:spcPts val="600"/>
              </a:spcAft>
              <a:defRPr sz="1800">
                <a:solidFill>
                  <a:srgbClr val="404040"/>
                </a:solidFill>
              </a:defRPr>
            </a:pPr>
            <a:r>
              <a:t>Social media analytics tools are used to track performance</a:t>
            </a:r>
          </a:p>
          <a:p>
            <a:pPr>
              <a:spcAft>
                <a:spcPts val="600"/>
              </a:spcAft>
              <a:defRPr sz="1800">
                <a:solidFill>
                  <a:srgbClr val="FFA500"/>
                </a:solidFill>
              </a:defRPr>
            </a:pPr>
            <a:r>
              <a:t>A significant number of website visitors are referred from social media</a:t>
            </a:r>
          </a:p>
          <a:p>
            <a:pPr>
              <a:spcAft>
                <a:spcPts val="600"/>
              </a:spcAft>
              <a:defRPr sz="1800">
                <a:solidFill>
                  <a:srgbClr val="404040"/>
                </a:solidFill>
              </a:defRPr>
            </a:pPr>
            <a:r>
              <a:t>Regular updates to social media strategies based on performance</a:t>
            </a:r>
          </a:p>
          <a:p>
            <a:pPr>
              <a:spcAft>
                <a:spcPts val="600"/>
              </a:spcAft>
              <a:defRPr sz="1800">
                <a:solidFill>
                  <a:srgbClr val="404040"/>
                </a:solidFill>
              </a:defRPr>
            </a:pPr>
            <a:r>
              <a:t>Engagement on social media posts is a key performance indicator</a:t>
            </a:r>
          </a:p>
          <a:p>
            <a:pPr>
              <a:spcAft>
                <a:spcPts val="600"/>
              </a:spcAft>
              <a:defRPr sz="1800">
                <a:solidFill>
                  <a:srgbClr val="FFA500"/>
                </a:solidFill>
              </a:defRPr>
            </a:pPr>
            <a:r>
              <a:t>The company believes in the power of social media but continually tests other channels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Social media plays a crucial role in MediConn's customer acquisition strategy by increasing our visibility and engagement with potential customers. Going forward, we recommend allocating more resources to strengthen our social media presence and to capitalize on this cost-effective acquisition channel.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