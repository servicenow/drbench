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North American EV Market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insights into the projected growth of the North American first-hand EV market for 2027, as per our 2024 forecast. It is crucial for understanding our position and planning our strategic moves in this rapidly evolving marketplace.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Evolving Landscape of North American EV Market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North American EV market has experienced a compound annual growth rate of 41% from 2018 to 2023.</a:t>
            </a:r>
          </a:p>
          <a:p>
            <a:pPr>
              <a:spcAft>
                <a:spcPts val="400"/>
              </a:spcAft>
              <a:defRPr sz="1600">
                <a:solidFill>
                  <a:srgbClr val="404040"/>
                </a:solidFill>
              </a:defRPr>
            </a:pPr>
            <a:r>
              <a:t>Major metropolitan areas have seen an increased adoption of EVs, particularly in California and New York.</a:t>
            </a:r>
          </a:p>
          <a:p>
            <a:pPr>
              <a:spcAft>
                <a:spcPts val="400"/>
              </a:spcAft>
              <a:defRPr sz="1600">
                <a:solidFill>
                  <a:srgbClr val="FF6347"/>
                </a:solidFill>
              </a:defRPr>
            </a:pPr>
            <a:r>
              <a:t>Government incentives for EV adoption have played a crucial role in the market's growth.</a:t>
            </a:r>
          </a:p>
          <a:p>
            <a:pPr>
              <a:spcAft>
                <a:spcPts val="400"/>
              </a:spcAft>
              <a:defRPr sz="1600">
                <a:solidFill>
                  <a:srgbClr val="404040"/>
                </a:solidFill>
              </a:defRPr>
            </a:pPr>
            <a:r>
              <a:t>The rise of autonomous driving technology has the potential to disrupt the EV market.</a:t>
            </a:r>
          </a:p>
          <a:p>
            <a:pPr>
              <a:spcAft>
                <a:spcPts val="400"/>
              </a:spcAft>
              <a:defRPr sz="1600">
                <a:solidFill>
                  <a:srgbClr val="404040"/>
                </a:solidFill>
              </a:defRPr>
            </a:pPr>
            <a:r>
              <a:t>Battery technology advancements are reducing EV costs and increasing range capacities.</a:t>
            </a:r>
          </a:p>
          <a:p>
            <a:pPr>
              <a:spcAft>
                <a:spcPts val="400"/>
              </a:spcAft>
              <a:defRPr sz="1600">
                <a:solidFill>
                  <a:srgbClr val="FF6347"/>
                </a:solidFill>
              </a:defRPr>
            </a:pPr>
            <a:r>
              <a:t>Increasing consumer awareness about environmental issues is driving the demand for EVs.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Insights from 2024 Forecast: Projected 2027 Growth</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2024 forecast projected a steady increase in the adoption of EVs among commercial fleets.</a:t>
            </a:r>
          </a:p>
          <a:p>
            <a:pPr>
              <a:spcAft>
                <a:spcPts val="600"/>
              </a:spcAft>
              <a:defRPr sz="1800">
                <a:solidFill>
                  <a:srgbClr val="404040"/>
                </a:solidFill>
              </a:defRPr>
            </a:pPr>
            <a:r>
              <a:t>The forecast also predicted a significant rise in the demand for mid-range EVs.</a:t>
            </a:r>
          </a:p>
          <a:p>
            <a:pPr>
              <a:spcAft>
                <a:spcPts val="600"/>
              </a:spcAft>
              <a:defRPr sz="1800">
                <a:solidFill>
                  <a:srgbClr val="FF6347"/>
                </a:solidFill>
              </a:defRPr>
            </a:pPr>
            <a:r>
              <a:t>According to the 2024 forecast, the introduction of new EV models by major manufacturers is expected to intensify competition.</a:t>
            </a:r>
          </a:p>
          <a:p>
            <a:pPr>
              <a:spcAft>
                <a:spcPts val="600"/>
              </a:spcAft>
              <a:defRPr sz="1800">
                <a:solidFill>
                  <a:srgbClr val="404040"/>
                </a:solidFill>
              </a:defRPr>
            </a:pPr>
            <a:r>
              <a:t>The forecast highlighted potential regulatory changes that could impact the EV market.</a:t>
            </a:r>
          </a:p>
          <a:p>
            <a:pPr>
              <a:spcAft>
                <a:spcPts val="600"/>
              </a:spcAft>
              <a:defRPr sz="1800">
                <a:solidFill>
                  <a:srgbClr val="404040"/>
                </a:solidFill>
              </a:defRPr>
            </a:pPr>
            <a:r>
              <a:t>The 2024 forecast also pointed to the potential of emerging markets driving global EV growth.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Implications for Elexion's Strategic Planning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Elexion's strategic planning should consider the rapidly evolving EV market dynamics.</a:t>
            </a:r>
          </a:p>
          <a:p>
            <a:pPr>
              <a:spcAft>
                <a:spcPts val="600"/>
              </a:spcAft>
              <a:defRPr sz="1800">
                <a:solidFill>
                  <a:srgbClr val="404040"/>
                </a:solidFill>
              </a:defRPr>
            </a:pPr>
            <a:r>
              <a:t>Efforts should be made to maintain a competitive edge amidst increasing competition.</a:t>
            </a:r>
          </a:p>
          <a:p>
            <a:pPr>
              <a:spcAft>
                <a:spcPts val="600"/>
              </a:spcAft>
              <a:defRPr sz="1800">
                <a:solidFill>
                  <a:srgbClr val="FF6347"/>
                </a:solidFill>
              </a:defRPr>
            </a:pPr>
            <a:r>
              <a:t>Regulatory changes in the EV market could impact Elexion's manufacturing and distribution processes.</a:t>
            </a:r>
          </a:p>
          <a:p>
            <a:pPr>
              <a:spcAft>
                <a:spcPts val="600"/>
              </a:spcAft>
              <a:defRPr sz="1800">
                <a:solidFill>
                  <a:srgbClr val="404040"/>
                </a:solidFill>
              </a:defRPr>
            </a:pPr>
            <a:r>
              <a:t>Elexion's R&amp;D department should focus on improving battery technology and range capacities.</a:t>
            </a:r>
          </a:p>
          <a:p>
            <a:pPr>
              <a:spcAft>
                <a:spcPts val="600"/>
              </a:spcAft>
              <a:defRPr sz="1800">
                <a:solidFill>
                  <a:srgbClr val="404040"/>
                </a:solidFill>
              </a:defRPr>
            </a:pPr>
            <a:r>
              <a:t>Strategic planning should include initiatives to increase consumer awareness about Elexion's commitment to sustainability.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6347"/>
                </a:solidFill>
              </a:defRPr>
            </a:pPr>
            <a:r>
              <a:t>The projected growth rate provides valuable insights into the future of the EV market, which can inform our strategic decisions for the coming years. Let's leverage this information to strengthen Elexion's positioning in the North American EV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