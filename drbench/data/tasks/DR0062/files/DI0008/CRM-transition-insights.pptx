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CRM Transition: Strategic Insights and Implications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delve into the strategic decision behind our department's shift to a new CRM software in 2024. We'll explore the influencing factors and the projected impact on our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Evolving CRM Landscape: A Brief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CRM industry has seen significant growth, with a CAGR of 14.2% projected from 2020 to 2027</a:t>
            </a:r>
          </a:p>
          <a:p>
            <a:pPr>
              <a:spcAft>
                <a:spcPts val="400"/>
              </a:spcAft>
              <a:defRPr sz="1600">
                <a:solidFill>
                  <a:srgbClr val="404040"/>
                </a:solidFill>
              </a:defRPr>
            </a:pPr>
            <a:r>
              <a:t>By 2024, CRM software revenue is expected to reach $80 billion worldwide</a:t>
            </a:r>
          </a:p>
          <a:p>
            <a:pPr>
              <a:spcAft>
                <a:spcPts val="400"/>
              </a:spcAft>
              <a:defRPr sz="1600">
                <a:solidFill>
                  <a:srgbClr val="FFC000"/>
                </a:solidFill>
              </a:defRPr>
            </a:pPr>
            <a:r>
              <a:t>Social media integrations have become a standard feature in the CRM landscape</a:t>
            </a:r>
          </a:p>
          <a:p>
            <a:pPr>
              <a:spcAft>
                <a:spcPts val="400"/>
              </a:spcAft>
              <a:defRPr sz="1600">
                <a:solidFill>
                  <a:srgbClr val="404040"/>
                </a:solidFill>
              </a:defRPr>
            </a:pPr>
            <a:r>
              <a:t>The use of artificial intelligence in CRM is gaining popularity to streamline customer interactions</a:t>
            </a:r>
          </a:p>
          <a:p>
            <a:pPr>
              <a:spcAft>
                <a:spcPts val="400"/>
              </a:spcAft>
              <a:defRPr sz="1600">
                <a:solidFill>
                  <a:srgbClr val="404040"/>
                </a:solidFill>
              </a:defRPr>
            </a:pPr>
            <a:r>
              <a:t>Over 60% of businesses are expected to implement cloud-based CRM systems by 2026</a:t>
            </a:r>
          </a:p>
          <a:p>
            <a:pPr>
              <a:spcAft>
                <a:spcPts val="400"/>
              </a:spcAft>
              <a:defRPr sz="1600">
                <a:solidFill>
                  <a:srgbClr val="FFC000"/>
                </a:solidFill>
              </a:defRPr>
            </a:pPr>
            <a:r>
              <a:t>The CRM landscape is becoming increasingly competitive with new entrants offering niche capabilities</a:t>
            </a:r>
          </a:p>
          <a:p>
            <a:pPr>
              <a:spcAft>
                <a:spcPts val="400"/>
              </a:spcAft>
              <a:defRPr sz="1600">
                <a:solidFill>
                  <a:srgbClr val="404040"/>
                </a:solidFill>
              </a:defRPr>
            </a:pPr>
            <a:r>
              <a:t>The trend towards omnichannel customer service has made CRM more essential than 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Unpacking Elexion's CRM Transition Decision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transition to a new CRM software was initiated by the sales and marketing department</a:t>
            </a:r>
          </a:p>
          <a:p>
            <a:pPr>
              <a:spcAft>
                <a:spcPts val="600"/>
              </a:spcAft>
              <a:defRPr sz="1800">
                <a:solidFill>
                  <a:srgbClr val="404040"/>
                </a:solidFill>
              </a:defRPr>
            </a:pPr>
            <a:r>
              <a:t>Elexion has a history of embracing new technology to improve operational efficiency</a:t>
            </a:r>
          </a:p>
          <a:p>
            <a:pPr>
              <a:spcAft>
                <a:spcPts val="600"/>
              </a:spcAft>
              <a:defRPr sz="1800">
                <a:solidFill>
                  <a:srgbClr val="FFC000"/>
                </a:solidFill>
              </a:defRPr>
            </a:pPr>
            <a:r>
              <a:t>The transition process involved a cross-functional team from sales, marketing, IT, and customer service</a:t>
            </a:r>
          </a:p>
          <a:p>
            <a:pPr>
              <a:spcAft>
                <a:spcPts val="600"/>
              </a:spcAft>
              <a:defRPr sz="1800">
                <a:solidFill>
                  <a:srgbClr val="404040"/>
                </a:solidFill>
              </a:defRPr>
            </a:pPr>
            <a:r>
              <a:t>A comprehensive training program was implemented to ensure a smooth transition for all users</a:t>
            </a:r>
          </a:p>
          <a:p>
            <a:pPr>
              <a:spcAft>
                <a:spcPts val="600"/>
              </a:spcAft>
              <a:defRPr sz="1800">
                <a:solidFill>
                  <a:srgbClr val="404040"/>
                </a:solidFill>
              </a:defRPr>
            </a:pPr>
            <a:r>
              <a:t>The new CRM system was fully implemented by Q3 of 2024</a:t>
            </a:r>
          </a:p>
          <a:p>
            <a:pPr>
              <a:spcAft>
                <a:spcPts val="600"/>
              </a:spcAft>
              <a:defRPr sz="1800">
                <a:solidFill>
                  <a:srgbClr val="FFC000"/>
                </a:solidFill>
              </a:defRPr>
            </a:pPr>
            <a:r>
              <a:t>Key performance indicators (KPIs) were established to track the success of the new CRM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Projected Impact on Sales and Marketing Operations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new CRM system is expected to improve the efficiency of sales and marketing workflows</a:t>
            </a:r>
          </a:p>
          <a:p>
            <a:pPr>
              <a:spcAft>
                <a:spcPts val="600"/>
              </a:spcAft>
              <a:defRPr sz="1800">
                <a:solidFill>
                  <a:srgbClr val="404040"/>
                </a:solidFill>
              </a:defRPr>
            </a:pPr>
            <a:r>
              <a:t>Enhanced reporting capabilities will provide deeper insight into customer behaviors and preferences</a:t>
            </a:r>
          </a:p>
          <a:p>
            <a:pPr>
              <a:spcAft>
                <a:spcPts val="600"/>
              </a:spcAft>
              <a:defRPr sz="1800">
                <a:solidFill>
                  <a:srgbClr val="FFC000"/>
                </a:solidFill>
              </a:defRPr>
            </a:pPr>
            <a:r>
              <a:t>The integration of social media platforms is anticipated to improve customer engagement and retention</a:t>
            </a:r>
          </a:p>
          <a:p>
            <a:pPr>
              <a:spcAft>
                <a:spcPts val="600"/>
              </a:spcAft>
              <a:defRPr sz="1800">
                <a:solidFill>
                  <a:srgbClr val="404040"/>
                </a:solidFill>
              </a:defRPr>
            </a:pPr>
            <a:r>
              <a:t>The enhanced automation features should reduce manual data entry and free up time for customer-facing activities</a:t>
            </a:r>
          </a:p>
          <a:p>
            <a:pPr>
              <a:spcAft>
                <a:spcPts val="600"/>
              </a:spcAft>
              <a:defRPr sz="1800">
                <a:solidFill>
                  <a:srgbClr val="404040"/>
                </a:solidFill>
              </a:defRPr>
            </a:pPr>
            <a:r>
              <a:t>The new software could increase sales by an estimated 15% in the first year of use</a:t>
            </a:r>
          </a:p>
          <a:p>
            <a:pPr>
              <a:spcAft>
                <a:spcPts val="600"/>
              </a:spcAft>
              <a:defRPr sz="1800">
                <a:solidFill>
                  <a:srgbClr val="FFC000"/>
                </a:solidFill>
              </a:defRPr>
            </a:pPr>
            <a:r>
              <a:t>Improved data analytics capabilities will enable more targeted and effective marketing campaigns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C000"/>
                </a:solidFill>
              </a:defRPr>
            </a:pPr>
            <a:r>
              <a:t>Understanding the rationale behind our CRM transition helps us better align with the company's strategic direction. As we move forward, let's leverage the new CRM's capabilities to optimize our operations and drive sales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