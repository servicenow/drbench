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Q1 2025 Financial Audit Innovations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the first quarter of 2025, our finance department introduced several key audit trail advancements. This presentation will focus on detailing these changes, particularly those introduced by Jason Wong.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Overview of Q1 2025 Financial Audit Changes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finance department implemented a new vendor invoice approval process in Q1 2025</a:t>
            </a:r>
          </a:p>
          <a:p>
            <a:pPr>
              <a:spcAft>
                <a:spcPts val="600"/>
              </a:spcAft>
              <a:defRPr sz="1800">
                <a:solidFill>
                  <a:srgbClr val="404040"/>
                </a:solidFill>
              </a:defRPr>
            </a:pPr>
            <a:r>
              <a:t>Introduction of AI tools to streamline the auditing process and minimize human errors</a:t>
            </a:r>
          </a:p>
          <a:p>
            <a:pPr>
              <a:spcAft>
                <a:spcPts val="600"/>
              </a:spcAft>
              <a:defRPr sz="1800">
                <a:solidFill>
                  <a:srgbClr val="FFA500"/>
                </a:solidFill>
              </a:defRPr>
            </a:pPr>
            <a:r>
              <a:t>The institution of mandatory periodic financial training for all department heads</a:t>
            </a:r>
          </a:p>
          <a:p>
            <a:pPr>
              <a:spcAft>
                <a:spcPts val="600"/>
              </a:spcAft>
              <a:defRPr sz="1800">
                <a:solidFill>
                  <a:srgbClr val="404040"/>
                </a:solidFill>
              </a:defRPr>
            </a:pPr>
            <a:r>
              <a:t>Introduction of new financial software to enhance data security and integrity</a:t>
            </a:r>
          </a:p>
          <a:p>
            <a:pPr>
              <a:spcAft>
                <a:spcPts val="600"/>
              </a:spcAft>
              <a:defRPr sz="1800">
                <a:solidFill>
                  <a:srgbClr val="404040"/>
                </a:solidFill>
              </a:defRPr>
            </a:pPr>
            <a:r>
              <a:t>Implementation of stricter control mechanisms to monitor financial transactions</a:t>
            </a:r>
          </a:p>
          <a:p>
            <a:pPr>
              <a:spcAft>
                <a:spcPts val="600"/>
              </a:spcAft>
              <a:defRPr sz="1800">
                <a:solidFill>
                  <a:srgbClr val="FFA500"/>
                </a:solidFill>
              </a:defRPr>
            </a:pPr>
            <a:r>
              <a:t>The company initiated a new internal audit department to ensure compliance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Jason Wong's Audit Trail Addition: A Deep Dive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Jason Wong has over 15 years of experience in the finance sector</a:t>
            </a:r>
          </a:p>
          <a:p>
            <a:pPr>
              <a:spcAft>
                <a:spcPts val="600"/>
              </a:spcAft>
              <a:defRPr sz="1800">
                <a:solidFill>
                  <a:srgbClr val="404040"/>
                </a:solidFill>
              </a:defRPr>
            </a:pPr>
            <a:r>
              <a:t>He led a team of 10 in the successful implementation of the new audit trail</a:t>
            </a:r>
          </a:p>
          <a:p>
            <a:pPr>
              <a:spcAft>
                <a:spcPts val="600"/>
              </a:spcAft>
              <a:defRPr sz="1800">
                <a:solidFill>
                  <a:srgbClr val="FFA500"/>
                </a:solidFill>
              </a:defRPr>
            </a:pPr>
            <a:r>
              <a:t>Jason Wong has championed several digital transformation initiatives in the past</a:t>
            </a:r>
          </a:p>
          <a:p>
            <a:pPr>
              <a:spcAft>
                <a:spcPts val="600"/>
              </a:spcAft>
              <a:defRPr sz="1800">
                <a:solidFill>
                  <a:srgbClr val="404040"/>
                </a:solidFill>
              </a:defRPr>
            </a:pPr>
            <a:r>
              <a:t>He is known for his analytical skills and attention to detail</a:t>
            </a:r>
          </a:p>
          <a:p>
            <a:pPr>
              <a:spcAft>
                <a:spcPts val="600"/>
              </a:spcAft>
              <a:defRPr sz="1800">
                <a:solidFill>
                  <a:srgbClr val="404040"/>
                </a:solidFill>
              </a:defRPr>
            </a:pPr>
            <a:r>
              <a:t>Prior to joining Lee's Market, Wong worked for top-tier financial institutions</a:t>
            </a:r>
          </a:p>
          <a:p>
            <a:pPr>
              <a:spcAft>
                <a:spcPts val="600"/>
              </a:spcAft>
              <a:defRPr sz="1800">
                <a:solidFill>
                  <a:srgbClr val="FFA500"/>
                </a:solidFill>
              </a:defRPr>
            </a:pPr>
            <a:r>
              <a:t>Wong has a Masters in Finance from Stanford University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Impact and Benefits of New Audit Trail</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Improved financial transparency across all departments</a:t>
            </a:r>
          </a:p>
          <a:p>
            <a:pPr>
              <a:spcAft>
                <a:spcPts val="400"/>
              </a:spcAft>
              <a:defRPr sz="1600">
                <a:solidFill>
                  <a:srgbClr val="404040"/>
                </a:solidFill>
              </a:defRPr>
            </a:pPr>
            <a:r>
              <a:t>Reduction in the time taken to complete audits by 20%</a:t>
            </a:r>
          </a:p>
          <a:p>
            <a:pPr>
              <a:spcAft>
                <a:spcPts val="400"/>
              </a:spcAft>
              <a:defRPr sz="1600">
                <a:solidFill>
                  <a:srgbClr val="FFA500"/>
                </a:solidFill>
              </a:defRPr>
            </a:pPr>
            <a:r>
              <a:t>Increase in the accuracy of financial reports due to less manual data entry</a:t>
            </a:r>
          </a:p>
          <a:p>
            <a:pPr>
              <a:spcAft>
                <a:spcPts val="400"/>
              </a:spcAft>
              <a:defRPr sz="1600">
                <a:solidFill>
                  <a:srgbClr val="404040"/>
                </a:solidFill>
              </a:defRPr>
            </a:pPr>
            <a:r>
              <a:t>Enhanced data security and fewer instances of financial fraud</a:t>
            </a:r>
          </a:p>
          <a:p>
            <a:pPr>
              <a:spcAft>
                <a:spcPts val="400"/>
              </a:spcAft>
              <a:defRPr sz="1600">
                <a:solidFill>
                  <a:srgbClr val="404040"/>
                </a:solidFill>
              </a:defRPr>
            </a:pPr>
            <a:r>
              <a:t>Greater compliance with regional and national financial regulations</a:t>
            </a:r>
          </a:p>
          <a:p>
            <a:pPr>
              <a:spcAft>
                <a:spcPts val="400"/>
              </a:spcAft>
              <a:defRPr sz="1600">
                <a:solidFill>
                  <a:srgbClr val="FFA500"/>
                </a:solidFill>
              </a:defRPr>
            </a:pPr>
            <a:r>
              <a:t>The new audit trail led to more efficient allocation of resources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A500"/>
                </a:solidFill>
              </a:defRPr>
            </a:pPr>
            <a:r>
              <a:t>The introduction of Jason Wong's audit trail addition has significantly improved our financial auditing capabilities. As we move forward, it's crucial for us to continue embracing such innovative changes to ensure financial transparency and efficiency.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