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FF8C00"/>
                </a:solidFill>
              </a:defRPr>
            </a:pPr>
            <a:r>
              <a:t>Office 365 Security Enhancements Review</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will provide an overview of the recent security enhancements in our Office 365 system. We will focus particularly on the conditional access policies implemented by our team.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Office 365 Security Overview</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Office 365 is equipped with advanced security features to protect against cyber threats</a:t>
            </a:r>
          </a:p>
          <a:p>
            <a:pPr>
              <a:spcAft>
                <a:spcPts val="400"/>
              </a:spcAft>
              <a:defRPr sz="1600">
                <a:solidFill>
                  <a:srgbClr val="404040"/>
                </a:solidFill>
              </a:defRPr>
            </a:pPr>
            <a:r>
              <a:t>The security measures include data loss prevention, threat intelligence, and advanced threat protection</a:t>
            </a:r>
          </a:p>
          <a:p>
            <a:pPr>
              <a:spcAft>
                <a:spcPts val="400"/>
              </a:spcAft>
              <a:defRPr sz="1600">
                <a:solidFill>
                  <a:srgbClr val="4682B4"/>
                </a:solidFill>
              </a:defRPr>
            </a:pPr>
            <a:r>
              <a:t>Lee's Market has been utilizing Office 365 security measures since its implementation in 2020</a:t>
            </a:r>
          </a:p>
          <a:p>
            <a:pPr>
              <a:spcAft>
                <a:spcPts val="400"/>
              </a:spcAft>
              <a:defRPr sz="1600">
                <a:solidFill>
                  <a:srgbClr val="404040"/>
                </a:solidFill>
              </a:defRPr>
            </a:pPr>
            <a:r>
              <a:t>Employee training on security measures has been conducted twice annually</a:t>
            </a:r>
          </a:p>
          <a:p>
            <a:pPr>
              <a:spcAft>
                <a:spcPts val="400"/>
              </a:spcAft>
              <a:defRPr sz="1600">
                <a:solidFill>
                  <a:srgbClr val="404040"/>
                </a:solidFill>
              </a:defRPr>
            </a:pPr>
            <a:r>
              <a:t>The IT department conducts regular audits to ensure all security features are functioning optimally</a:t>
            </a:r>
          </a:p>
          <a:p>
            <a:pPr>
              <a:spcAft>
                <a:spcPts val="400"/>
              </a:spcAft>
              <a:defRPr sz="1600">
                <a:solidFill>
                  <a:srgbClr val="4682B4"/>
                </a:solidFill>
              </a:defRPr>
            </a:pPr>
            <a:r>
              <a:t>Security updates are regularly installed and maintained by IT</a:t>
            </a:r>
          </a:p>
          <a:p>
            <a:pPr>
              <a:spcAft>
                <a:spcPts val="400"/>
              </a:spcAft>
              <a:defRPr sz="1600">
                <a:solidFill>
                  <a:srgbClr val="404040"/>
                </a:solidFill>
              </a:defRPr>
            </a:pPr>
            <a:r>
              <a:t>In 2024, the IT department detected and blocked 350 potential phishing attempts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Conditional Access Policies Implementation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Conditional Access is a tool used by Office 365 to provide extra security</a:t>
            </a:r>
          </a:p>
          <a:p>
            <a:pPr>
              <a:spcAft>
                <a:spcPts val="600"/>
              </a:spcAft>
              <a:defRPr sz="1800">
                <a:solidFill>
                  <a:srgbClr val="404040"/>
                </a:solidFill>
              </a:defRPr>
            </a:pPr>
            <a:r>
              <a:t>It allows administrators to control who has access to company data</a:t>
            </a:r>
          </a:p>
          <a:p>
            <a:pPr>
              <a:spcAft>
                <a:spcPts val="600"/>
              </a:spcAft>
              <a:defRPr sz="1800">
                <a:solidFill>
                  <a:srgbClr val="4682B4"/>
                </a:solidFill>
              </a:defRPr>
            </a:pPr>
            <a:r>
              <a:t>The implementation of Conditional Access Policies began in Q4 of 2023</a:t>
            </a:r>
          </a:p>
          <a:p>
            <a:pPr>
              <a:spcAft>
                <a:spcPts val="600"/>
              </a:spcAft>
              <a:defRPr sz="1800">
                <a:solidFill>
                  <a:srgbClr val="404040"/>
                </a:solidFill>
              </a:defRPr>
            </a:pPr>
            <a:r>
              <a:t>Training on Conditional Access Policies was provided to all system administrators</a:t>
            </a:r>
          </a:p>
          <a:p>
            <a:pPr>
              <a:spcAft>
                <a:spcPts val="600"/>
              </a:spcAft>
              <a:defRPr sz="1800">
                <a:solidFill>
                  <a:srgbClr val="404040"/>
                </a:solidFill>
              </a:defRPr>
            </a:pPr>
            <a:r>
              <a:t>Various policies have been implemented, including device compliance, sign-in risk, and location</a:t>
            </a:r>
          </a:p>
          <a:p>
            <a:pPr>
              <a:spcAft>
                <a:spcPts val="600"/>
              </a:spcAft>
              <a:defRPr sz="1800">
                <a:solidFill>
                  <a:srgbClr val="4682B4"/>
                </a:solidFill>
              </a:defRPr>
            </a:pPr>
            <a:r>
              <a:t>Since implementation, there's been a 15% decrease in unauthorized access attempts</a:t>
            </a:r>
          </a:p>
          <a:p>
            <a:pPr>
              <a:spcAft>
                <a:spcPts val="600"/>
              </a:spcAft>
              <a:defRPr sz="1800">
                <a:solidFill>
                  <a:srgbClr val="404040"/>
                </a:solidFill>
              </a:defRPr>
            </a:pPr>
            <a:r>
              <a:t>The IT department reviews Conditional Access Policies quarterly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March 2025: Jason Wong's Policy Activation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Jason Wong is a senior system administrator with Lee's Market</a:t>
            </a:r>
          </a:p>
          <a:p>
            <a:pPr>
              <a:spcAft>
                <a:spcPts val="600"/>
              </a:spcAft>
              <a:defRPr sz="1800">
                <a:solidFill>
                  <a:srgbClr val="404040"/>
                </a:solidFill>
              </a:defRPr>
            </a:pPr>
            <a:r>
              <a:t>He has been responsible for several policy implementations since joining in 2023</a:t>
            </a:r>
          </a:p>
          <a:p>
            <a:pPr>
              <a:spcAft>
                <a:spcPts val="600"/>
              </a:spcAft>
              <a:defRPr sz="1800">
                <a:solidFill>
                  <a:srgbClr val="4682B4"/>
                </a:solidFill>
              </a:defRPr>
            </a:pPr>
            <a:r>
              <a:t>In March 2025, Jason was working on various projects related to system security</a:t>
            </a:r>
          </a:p>
          <a:p>
            <a:pPr>
              <a:spcAft>
                <a:spcPts val="600"/>
              </a:spcAft>
              <a:defRPr sz="1800">
                <a:solidFill>
                  <a:srgbClr val="404040"/>
                </a:solidFill>
              </a:defRPr>
            </a:pPr>
            <a:r>
              <a:t>Jason attended a Cybersecurity conference in early March 2025</a:t>
            </a:r>
          </a:p>
          <a:p>
            <a:pPr>
              <a:spcAft>
                <a:spcPts val="600"/>
              </a:spcAft>
              <a:defRPr sz="1800">
                <a:solidFill>
                  <a:srgbClr val="404040"/>
                </a:solidFill>
              </a:defRPr>
            </a:pPr>
            <a:r>
              <a:t>Post the conference, Jason implemented new strategies to enhance system security</a:t>
            </a:r>
          </a:p>
          <a:p>
            <a:pPr>
              <a:spcAft>
                <a:spcPts val="600"/>
              </a:spcAft>
              <a:defRPr sz="1800">
                <a:solidFill>
                  <a:srgbClr val="4682B4"/>
                </a:solidFill>
              </a:defRPr>
            </a:pPr>
            <a:r>
              <a:t>Jason's actions have always aligned with the company's goal of ensuring maximum data security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Conclusion</a:t>
            </a:r>
          </a:p>
        </p:txBody>
      </p:sp>
      <p:sp>
        <p:nvSpPr>
          <p:cNvPr id="3" name="Content Placeholder 2"/>
          <p:cNvSpPr>
            <a:spLocks noGrp="1"/>
          </p:cNvSpPr>
          <p:nvPr>
            <p:ph idx="1"/>
          </p:nvPr>
        </p:nvSpPr>
        <p:spPr>
          <a:xfrm>
            <a:off x="457200" y="1828800"/>
            <a:ext cx="4114800" cy="3657600"/>
          </a:xfrm>
        </p:spPr>
        <p:txBody>
          <a:bodyPr/>
          <a:lstStyle/>
          <a:p/>
          <a:p>
            <a:pPr>
              <a:spcAft>
                <a:spcPts val="800"/>
              </a:spcAft>
              <a:defRPr sz="1800" b="1">
                <a:solidFill>
                  <a:srgbClr val="4682B4"/>
                </a:solidFill>
              </a:defRPr>
            </a:pPr>
            <a:r>
              <a:t>As we have seen, Jason Wong's policy activation significantly improved our security posture in March 2025. Moving forward, we should continue to monitor and adjust our policies based on the evolving cyber threat landscape.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