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Leveraging MSSPs for Enhanced 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Lee's Market continues to expand, maintaining in-house cybersecurity resources becomes a challenging task. This presentation explores the potential benefits and improvements of adopting Managed Security Service Providers (MSSPs) to ensure robust threat management, compliance, and customer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Current Cybersecurity Resource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May 2025, we encountered five security incidents outside of regular office hours.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team was only able to promptly address two of these incidents before the start of the next workday.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This situation underscores the limited capacity of our in-house resources to handle real-time threats, especially during non-business hours.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remaining incidents were deferred, potentially exposing Lee's Market to increased risk of data breach and system compromise.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Given the high threat level in the retail sector, with 80% of retailers experiencing cyberattacks within the past year, this delay may significantly increase our vulnerability.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Such delays could also lead to regulatory fines, as experienced by 33% of retailers post cyberattack, and reputational damage, seen in 53% of cases.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partnership with a Managed Security Service Provider (MSSP) could offer dedicated resources to address these constraints, enhancing our capability to respond to threats in a timely manner.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Potential Benefits of Adopting MSSPs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MSSPs typically have a broader view of the threat landscape due to their work with multiple clients.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Outsourcing could potentially free up internal resources to focus on strategic initiatives.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MSSPs usually offer 24/7 monitoring services, which could enhance our incident detection and response capabilities.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There's potential for cost savings if we can negotiate a favorable contract with an MSSP.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might gain access to advanced security technologies that would be too expensive to implement in-house.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MSSPs can provide regular reports and metrics to demonstrate their effectiveness and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Expected Improvements in Threat Management and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Enhanced threat intelligence could lead to faster detection of potential attacks.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could potentially achieve higher compliance rates with industry and regulatory standards.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Improved incident response capabilities could minimize the impact of security breaches.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use of MSSPs might enhance our PCI DSS compliance performance.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More efficient threat management could result in fewer disruptions to business operations.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Our ability to demonstrate strong cybersecurity measures could potentially increase customer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Adopting MSSPs can provide a scalable solution to our growing cybersecurity needs, improving our threat management, compliance, and customer trust. Let's explore potential providers and plan a phased transition to ensure uninterrupted security coverage.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