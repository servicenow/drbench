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Remote Software Implementation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In this presentation, we will discuss our recent technological advancements, specifically focusing on the implementation of remote desktop software within our organization.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Overview of Technological Advancements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Introduction of RFID technology to streamline inventory management in 2022</a:t>
            </a:r>
          </a:p>
          <a:p>
            <a:pPr>
              <a:spcAft>
                <a:spcPts val="600"/>
              </a:spcAft>
              <a:defRPr sz="1800">
                <a:solidFill>
                  <a:srgbClr val="404040"/>
                </a:solidFill>
              </a:defRPr>
            </a:pPr>
            <a:r>
              <a:t>Adoption of AI-driven customer service chatbots in 2023</a:t>
            </a:r>
          </a:p>
          <a:p>
            <a:pPr>
              <a:spcAft>
                <a:spcPts val="600"/>
              </a:spcAft>
              <a:defRPr sz="1800">
                <a:solidFill>
                  <a:srgbClr val="FF8C00"/>
                </a:solidFill>
              </a:defRPr>
            </a:pPr>
            <a:r>
              <a:t>Implementation of a cloud-based point of sale system in 2024</a:t>
            </a:r>
          </a:p>
          <a:p>
            <a:pPr>
              <a:spcAft>
                <a:spcPts val="600"/>
              </a:spcAft>
              <a:defRPr sz="1800">
                <a:solidFill>
                  <a:srgbClr val="404040"/>
                </a:solidFill>
              </a:defRPr>
            </a:pPr>
            <a:r>
              <a:t>Launch of a mobile app for seamless in-store and online shopping experience in 2024</a:t>
            </a:r>
          </a:p>
          <a:p>
            <a:pPr>
              <a:spcAft>
                <a:spcPts val="600"/>
              </a:spcAft>
              <a:defRPr sz="1800">
                <a:solidFill>
                  <a:srgbClr val="404040"/>
                </a:solidFill>
              </a:defRPr>
            </a:pPr>
            <a:r>
              <a:t>Upgrades to the e-commerce platform for enhanced performance and security in early 2025</a:t>
            </a:r>
          </a:p>
          <a:p>
            <a:pPr>
              <a:spcAft>
                <a:spcPts val="600"/>
              </a:spcAft>
              <a:defRPr sz="1800">
                <a:solidFill>
                  <a:srgbClr val="FF8C00"/>
                </a:solidFill>
              </a:defRPr>
            </a:pPr>
            <a:r>
              <a:t>Introduction of IoT enabled devices for real-time tracking of in-store customer behavior in late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Highlight: Remote Desktop Software Pilot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Development of a comprehensive IT support strategy in anticipation of the pilot</a:t>
            </a:r>
          </a:p>
          <a:p>
            <a:pPr>
              <a:spcAft>
                <a:spcPts val="400"/>
              </a:spcAft>
              <a:defRPr sz="1600">
                <a:solidFill>
                  <a:srgbClr val="404040"/>
                </a:solidFill>
              </a:defRPr>
            </a:pPr>
            <a:r>
              <a:t>Training provided to the IT team prior to the launch of the pilot</a:t>
            </a:r>
          </a:p>
          <a:p>
            <a:pPr>
              <a:spcAft>
                <a:spcPts val="400"/>
              </a:spcAft>
              <a:defRPr sz="1600">
                <a:solidFill>
                  <a:srgbClr val="FF8C00"/>
                </a:solidFill>
              </a:defRPr>
            </a:pPr>
            <a:r>
              <a:t>Careful selection of a diverse set of test users for the pilot</a:t>
            </a:r>
          </a:p>
          <a:p>
            <a:pPr>
              <a:spcAft>
                <a:spcPts val="400"/>
              </a:spcAft>
              <a:defRPr sz="1600">
                <a:solidFill>
                  <a:srgbClr val="404040"/>
                </a:solidFill>
              </a:defRPr>
            </a:pPr>
            <a:r>
              <a:t>Establishment of metrics to evaluate the effectiveness of the software</a:t>
            </a:r>
          </a:p>
          <a:p>
            <a:pPr>
              <a:spcAft>
                <a:spcPts val="400"/>
              </a:spcAft>
              <a:defRPr sz="1600">
                <a:solidFill>
                  <a:srgbClr val="404040"/>
                </a:solidFill>
              </a:defRPr>
            </a:pPr>
            <a:r>
              <a:t>Regular feedback sessions held with test users to gather insights</a:t>
            </a:r>
          </a:p>
          <a:p>
            <a:pPr>
              <a:spcAft>
                <a:spcPts val="400"/>
              </a:spcAft>
              <a:defRPr sz="1600">
                <a:solidFill>
                  <a:srgbClr val="FF8C00"/>
                </a:solidFill>
              </a:defRPr>
            </a:pPr>
            <a:r>
              <a:t>Post-pilot evaluation and adjustments made before the full-scale roll-out.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Impact of Remote Software on Operations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Increased efficiency in IT support with shorter resolution times</a:t>
            </a:r>
          </a:p>
          <a:p>
            <a:pPr>
              <a:spcAft>
                <a:spcPts val="600"/>
              </a:spcAft>
              <a:defRPr sz="1800">
                <a:solidFill>
                  <a:srgbClr val="404040"/>
                </a:solidFill>
              </a:defRPr>
            </a:pPr>
            <a:r>
              <a:t>Reduction in operational costs associated with in-person support</a:t>
            </a:r>
          </a:p>
          <a:p>
            <a:pPr>
              <a:spcAft>
                <a:spcPts val="600"/>
              </a:spcAft>
              <a:defRPr sz="1800">
                <a:solidFill>
                  <a:srgbClr val="FF8C00"/>
                </a:solidFill>
              </a:defRPr>
            </a:pPr>
            <a:r>
              <a:t>Improved employee satisfaction due to quicker and more convenient support</a:t>
            </a:r>
          </a:p>
          <a:p>
            <a:pPr>
              <a:spcAft>
                <a:spcPts val="600"/>
              </a:spcAft>
              <a:defRPr sz="1800">
                <a:solidFill>
                  <a:srgbClr val="404040"/>
                </a:solidFill>
              </a:defRPr>
            </a:pPr>
            <a:r>
              <a:t>Enhanced security measures implemented alongside the software</a:t>
            </a:r>
          </a:p>
          <a:p>
            <a:pPr>
              <a:spcAft>
                <a:spcPts val="600"/>
              </a:spcAft>
              <a:defRPr sz="1800">
                <a:solidFill>
                  <a:srgbClr val="404040"/>
                </a:solidFill>
              </a:defRPr>
            </a:pPr>
            <a:r>
              <a:t>Positive impact on the company's overall digital transformation journey</a:t>
            </a:r>
          </a:p>
          <a:p>
            <a:pPr>
              <a:spcAft>
                <a:spcPts val="600"/>
              </a:spcAft>
              <a:defRPr sz="1800">
                <a:solidFill>
                  <a:srgbClr val="FF8C00"/>
                </a:solidFill>
              </a:defRPr>
            </a:pPr>
            <a:r>
              <a:t>Increased capacity for IT team to tackle more strategic initiatives.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As we continue to adapt to the digital age, the successful implementation of remote desktop software has significantly improved our operational efficiency. Moving forward, we should leverage this technology to further streamline our processes and enhance customer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