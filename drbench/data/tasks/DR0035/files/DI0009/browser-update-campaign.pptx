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7030A0"/>
                </a:solidFill>
              </a:defRPr>
            </a:pPr>
            <a:r>
              <a:t>Browser Update Campaign: May 2025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Today, we'll review the browser update enforcement campaign led by Jason Wong in May 2025. This campaign was aimed at improving our online and delivery service user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Browser Usage Statistics of Lee's Market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Chrome is the most-used browser among our customers, accounting for 65% of total usage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Firefox and Safari come next, with 20% and 10% usage, respectively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Edge and other browsers account for the remaining 5% of usage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the last quarter, there was a 3% increase in mobile browser usage among our customers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There is a trend of increasing usage of privacy-focused browsers like Brave and Tor, but still, they represent less than 1% of total usage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We observed that customers using updated browsers tend to spend 15% more time on our 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Overview of May 2025 Browser Update Campaign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campaign was planned and executed in collaboration with our IT and Marketing departments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used a phased rollout approach to minimize potential disruptions to our online services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We targeted all major browsers including Chrome, Firefox, Safari, and Edge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Email notifications were sent to all staff members informing them about the update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monitored the campaign progress using real-time analytics and dashboards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The campaign was concluded successfully within the planned timeframe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Impact of Browser Update Campaign on Online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There was a slight decrease in online sales immediately after the campaign, likely due to temporary disruption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 week after the campaign, online sales returned to normal levels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In the following month, we noticed a 7% increase in online sales compared to the previous month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checkout process on our website became smoother for customers using updated browsers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website's loading time improved, which may have contributed to the increase in sales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C000"/>
                </a:solidFill>
              </a:defRPr>
            </a:pPr>
            <a:r>
              <a:t>The browser update enforcement campaign has played a significant role in enhancing our customer's online shopping experience. Moving forward, we'll continue to monitor browser usage trends and make necessary updates to meet our customers' needs.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