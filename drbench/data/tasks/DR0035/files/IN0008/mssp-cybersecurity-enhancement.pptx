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Enhancing Cybersecurity with MSSPs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Lee's Market continues to grow, our internal cybersecurity resources face increasing strain. This presentation explores the potential benefits and impacts of adopting managed security service providers (MSSPs).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Current Cybersecurity Resource Constraints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As of July 2025, our internal team's capacity to implement critical updates was subpar, only reaching 88% completion due to staffing limitations during off-peak hours.</a:t>
            </a:r>
          </a:p>
          <a:p>
            <a:pPr>
              <a:spcAft>
                <a:spcPts val="400"/>
              </a:spcAft>
              <a:defRPr sz="1600">
                <a:solidFill>
                  <a:srgbClr val="404040"/>
                </a:solidFill>
              </a:defRPr>
            </a:pPr>
            <a:r>
              <a:t>The lack of full coverage in patch management exposes our systems to potential threats and vulnerabilities.</a:t>
            </a:r>
          </a:p>
          <a:p>
            <a:pPr>
              <a:spcAft>
                <a:spcPts val="400"/>
              </a:spcAft>
              <a:defRPr sz="1600">
                <a:solidFill>
                  <a:srgbClr val="FF6347"/>
                </a:solidFill>
              </a:defRPr>
            </a:pPr>
            <a:r>
              <a:t>Our current resource constraints, particularly after-hours personnel availability, significantly hinder our ability to maintain a robust cybersecurity posture.</a:t>
            </a:r>
          </a:p>
          <a:p>
            <a:pPr>
              <a:spcAft>
                <a:spcPts val="400"/>
              </a:spcAft>
              <a:defRPr sz="1600">
                <a:solidFill>
                  <a:srgbClr val="404040"/>
                </a:solidFill>
              </a:defRPr>
            </a:pPr>
            <a:r>
              <a:t>The delays in patch management pose not only a threat to our operational stability but also risk non-compliance with regulatory standards.</a:t>
            </a:r>
          </a:p>
          <a:p>
            <a:pPr>
              <a:spcAft>
                <a:spcPts val="400"/>
              </a:spcAft>
              <a:defRPr sz="1600">
                <a:solidFill>
                  <a:srgbClr val="404040"/>
                </a:solidFill>
              </a:defRPr>
            </a:pPr>
            <a:r>
              <a:t>Given the retail sector's high vulnerability to cyberattacks, as indicated by 80% of retailers experiencing such incidents over the past year, our current resource limitations could result in detrimental outcomes.</a:t>
            </a:r>
          </a:p>
          <a:p>
            <a:pPr>
              <a:spcAft>
                <a:spcPts val="400"/>
              </a:spcAft>
              <a:defRPr sz="1600">
                <a:solidFill>
                  <a:srgbClr val="FF6347"/>
                </a:solidFill>
              </a:defRPr>
            </a:pPr>
            <a:r>
              <a:t>Adopting MSSPs could enhance our defensive capability, offering dedicated resources and up-to-date threat intelligence.</a:t>
            </a:r>
          </a:p>
          <a:p>
            <a:pPr>
              <a:spcAft>
                <a:spcPts val="400"/>
              </a:spcAft>
              <a:defRPr sz="1600">
                <a:solidFill>
                  <a:srgbClr val="404040"/>
                </a:solidFill>
              </a:defRPr>
            </a:pPr>
            <a:r>
              <a:t>The potential for reputational damage and regulatory fines, as suffered by 53% and 33% of retailers respectively after a cyberattack, underscores the need to address our internal resource constraints promptly.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Potential of Managed Security Service Providers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MSSPs provide 24/7 surveillance and threat detection</a:t>
            </a:r>
          </a:p>
          <a:p>
            <a:pPr>
              <a:spcAft>
                <a:spcPts val="600"/>
              </a:spcAft>
              <a:defRPr sz="1800">
                <a:solidFill>
                  <a:srgbClr val="404040"/>
                </a:solidFill>
              </a:defRPr>
            </a:pPr>
            <a:r>
              <a:t>MSSPs can bring a wealth of industry-specific cybersecurity knowledge</a:t>
            </a:r>
          </a:p>
          <a:p>
            <a:pPr>
              <a:spcAft>
                <a:spcPts val="600"/>
              </a:spcAft>
              <a:defRPr sz="1800">
                <a:solidFill>
                  <a:srgbClr val="FF6347"/>
                </a:solidFill>
              </a:defRPr>
            </a:pPr>
            <a:r>
              <a:t>Outsourcing to MSSPs can potentially reduce operational costs</a:t>
            </a:r>
          </a:p>
          <a:p>
            <a:pPr>
              <a:spcAft>
                <a:spcPts val="600"/>
              </a:spcAft>
              <a:defRPr sz="1800">
                <a:solidFill>
                  <a:srgbClr val="404040"/>
                </a:solidFill>
              </a:defRPr>
            </a:pPr>
            <a:r>
              <a:t>MSSPs often have access to the latest cybersecurity tools and technologies</a:t>
            </a:r>
          </a:p>
          <a:p>
            <a:pPr>
              <a:spcAft>
                <a:spcPts val="600"/>
              </a:spcAft>
              <a:defRPr sz="1800">
                <a:solidFill>
                  <a:srgbClr val="404040"/>
                </a:solidFill>
              </a:defRPr>
            </a:pPr>
            <a:r>
              <a:t>Many MSSPs offer scalable solutions that can grow with the business</a:t>
            </a:r>
          </a:p>
          <a:p>
            <a:pPr>
              <a:spcAft>
                <a:spcPts val="600"/>
              </a:spcAft>
              <a:defRPr sz="1800">
                <a:solidFill>
                  <a:srgbClr val="FF6347"/>
                </a:solidFill>
              </a:defRPr>
            </a:pPr>
            <a:r>
              <a:t>MSSPs can provide additional resources during peak retail periods</a:t>
            </a:r>
          </a:p>
          <a:p>
            <a:pPr>
              <a:spcAft>
                <a:spcPts val="600"/>
              </a:spcAft>
              <a:defRPr sz="1800">
                <a:solidFill>
                  <a:srgbClr val="404040"/>
                </a:solidFill>
              </a:defRPr>
            </a:pPr>
            <a:r>
              <a:t>MSSPs can help meet regulatory compliance requirements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Projected Outcomes: MSSPs vs In-house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2024, 70% of retail businesses partnered with MSSPs reported fewer cyber incidents</a:t>
            </a:r>
          </a:p>
          <a:p>
            <a:pPr>
              <a:spcAft>
                <a:spcPts val="400"/>
              </a:spcAft>
              <a:defRPr sz="1600">
                <a:solidFill>
                  <a:srgbClr val="404040"/>
                </a:solidFill>
              </a:defRPr>
            </a:pPr>
            <a:r>
              <a:t>By 2025, 60% of companies are expected to use MSSPs</a:t>
            </a:r>
          </a:p>
          <a:p>
            <a:pPr>
              <a:spcAft>
                <a:spcPts val="400"/>
              </a:spcAft>
              <a:defRPr sz="1600">
                <a:solidFill>
                  <a:srgbClr val="FF6347"/>
                </a:solidFill>
              </a:defRPr>
            </a:pPr>
            <a:r>
              <a:t>In 2024, businesses using MSSPs saw a 30% reduction in cybersecurity costs on average</a:t>
            </a:r>
          </a:p>
          <a:p>
            <a:pPr>
              <a:spcAft>
                <a:spcPts val="400"/>
              </a:spcAft>
              <a:defRPr sz="1600">
                <a:solidFill>
                  <a:srgbClr val="404040"/>
                </a:solidFill>
              </a:defRPr>
            </a:pPr>
            <a:r>
              <a:t>MSSPs helped companies reduce incident response time by 40% in 2024</a:t>
            </a:r>
          </a:p>
          <a:p>
            <a:pPr>
              <a:spcAft>
                <a:spcPts val="400"/>
              </a:spcAft>
              <a:defRPr sz="1600">
                <a:solidFill>
                  <a:srgbClr val="404040"/>
                </a:solidFill>
              </a:defRPr>
            </a:pPr>
            <a:r>
              <a:t>In 2024, companies using MSSPs saw a 20% increase in customer trust scores</a:t>
            </a:r>
          </a:p>
          <a:p>
            <a:pPr>
              <a:spcAft>
                <a:spcPts val="400"/>
              </a:spcAft>
              <a:defRPr sz="1600">
                <a:solidFill>
                  <a:srgbClr val="FF6347"/>
                </a:solidFill>
              </a:defRPr>
            </a:pPr>
            <a:r>
              <a:t>An estimated 80% of businesses using MSSPs in 2024 experienced fewer regulatory issues</a:t>
            </a:r>
          </a:p>
          <a:p>
            <a:pPr>
              <a:spcAft>
                <a:spcPts val="400"/>
              </a:spcAft>
              <a:defRPr sz="1600">
                <a:solidFill>
                  <a:srgbClr val="404040"/>
                </a:solidFill>
              </a:defRPr>
            </a:pPr>
            <a:r>
              <a:t>MSSP adoption is projected to increase by 20% in the retail sector in 2025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The adoption of MSSPs could address our internal resource constraints, improve threat management, and bolster customer trust. Further evaluation and planning is required to effectively implement this shift from traditional in-house approaches.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