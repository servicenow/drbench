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Addressing Physical Security: Lee's Market HQ</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we'll discuss the measures implemented by Jason Wong to address the physical security gap at our headquarters in March 2025. These steps are crucial to ensure the safety and security of our assets and employees.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Overview of Lee's Market Security Infrastructure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employs a layered security strategy, ensuring both physical and cybersecurity measures</a:t>
            </a:r>
          </a:p>
          <a:p>
            <a:pPr>
              <a:spcAft>
                <a:spcPts val="400"/>
              </a:spcAft>
              <a:defRPr sz="1600">
                <a:solidFill>
                  <a:srgbClr val="404040"/>
                </a:solidFill>
              </a:defRPr>
            </a:pPr>
            <a:r>
              <a:t>Physical security includes CCTV cameras, motion detectors, and access control systems</a:t>
            </a:r>
          </a:p>
          <a:p>
            <a:pPr>
              <a:spcAft>
                <a:spcPts val="400"/>
              </a:spcAft>
              <a:defRPr sz="1600">
                <a:solidFill>
                  <a:srgbClr val="FFC000"/>
                </a:solidFill>
              </a:defRPr>
            </a:pPr>
            <a:r>
              <a:t>Cybersecurity measures include firewalls, intrusion detection systems, and regular vulnerability assessments</a:t>
            </a:r>
          </a:p>
          <a:p>
            <a:pPr>
              <a:spcAft>
                <a:spcPts val="400"/>
              </a:spcAft>
              <a:defRPr sz="1600">
                <a:solidFill>
                  <a:srgbClr val="404040"/>
                </a:solidFill>
              </a:defRPr>
            </a:pPr>
            <a:r>
              <a:t>Employee training is paramount, with annual security awareness programs</a:t>
            </a:r>
          </a:p>
          <a:p>
            <a:pPr>
              <a:spcAft>
                <a:spcPts val="400"/>
              </a:spcAft>
              <a:defRPr sz="1600">
                <a:solidFill>
                  <a:srgbClr val="404040"/>
                </a:solidFill>
              </a:defRPr>
            </a:pPr>
            <a:r>
              <a:t>Security protocols are revised every six months to address emerging threats</a:t>
            </a:r>
          </a:p>
          <a:p>
            <a:pPr>
              <a:spcAft>
                <a:spcPts val="400"/>
              </a:spcAft>
              <a:defRPr sz="1600">
                <a:solidFill>
                  <a:srgbClr val="FFC000"/>
                </a:solidFill>
              </a:defRPr>
            </a:pPr>
            <a:r>
              <a:t>The security department collaborates with other departments to integrate security into their processes</a:t>
            </a:r>
          </a:p>
          <a:p>
            <a:pPr>
              <a:spcAft>
                <a:spcPts val="400"/>
              </a:spcAft>
              <a:defRPr sz="1600">
                <a:solidFill>
                  <a:srgbClr val="404040"/>
                </a:solidFill>
              </a:defRPr>
            </a:pPr>
            <a:r>
              <a:t>Lee's Market follows the ISO 27001 framework for information security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Jason Wong's Initiative in March 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Jason Wong, the Head of Security, has been with Lee's Market for over 10 years</a:t>
            </a:r>
          </a:p>
          <a:p>
            <a:pPr>
              <a:spcAft>
                <a:spcPts val="600"/>
              </a:spcAft>
              <a:defRPr sz="1800">
                <a:solidFill>
                  <a:srgbClr val="404040"/>
                </a:solidFill>
              </a:defRPr>
            </a:pPr>
            <a:r>
              <a:t>Jason is a Certified Information Systems Security Professional (CISSP)</a:t>
            </a:r>
          </a:p>
          <a:p>
            <a:pPr>
              <a:spcAft>
                <a:spcPts val="600"/>
              </a:spcAft>
              <a:defRPr sz="1800">
                <a:solidFill>
                  <a:srgbClr val="FFC000"/>
                </a:solidFill>
              </a:defRPr>
            </a:pPr>
            <a:r>
              <a:t>Jason's focus areas include risk management, physical security, and cybersecurity</a:t>
            </a:r>
          </a:p>
          <a:p>
            <a:pPr>
              <a:spcAft>
                <a:spcPts val="600"/>
              </a:spcAft>
              <a:defRPr sz="1800">
                <a:solidFill>
                  <a:srgbClr val="404040"/>
                </a:solidFill>
              </a:defRPr>
            </a:pPr>
            <a:r>
              <a:t>In March 2025, Jason undertook a significant initiative to enhance security</a:t>
            </a:r>
          </a:p>
          <a:p>
            <a:pPr>
              <a:spcAft>
                <a:spcPts val="600"/>
              </a:spcAft>
              <a:defRPr sz="1800">
                <a:solidFill>
                  <a:srgbClr val="404040"/>
                </a:solidFill>
              </a:defRPr>
            </a:pPr>
            <a:r>
              <a:t>The project involved collaboration with multiple departments, including IT and HR</a:t>
            </a:r>
          </a:p>
          <a:p>
            <a:pPr>
              <a:spcAft>
                <a:spcPts val="600"/>
              </a:spcAft>
              <a:defRPr sz="1800">
                <a:solidFill>
                  <a:srgbClr val="FFC000"/>
                </a:solidFill>
              </a:defRPr>
            </a:pPr>
            <a:r>
              <a:t>Jason's leadership style encourages proactive threat identification and mitigation</a:t>
            </a:r>
          </a:p>
          <a:p>
            <a:pPr>
              <a:spcAft>
                <a:spcPts val="600"/>
              </a:spcAft>
              <a:defRPr sz="1800">
                <a:solidFill>
                  <a:srgbClr val="404040"/>
                </a:solidFill>
              </a:defRPr>
            </a:pPr>
            <a:r>
              <a:t>Jason is recognized for his commitment to maintaining high security standards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Impact and Evaluation of Security Measures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Regular audits are conducted to assess the effectiveness of security measures</a:t>
            </a:r>
          </a:p>
          <a:p>
            <a:pPr>
              <a:spcAft>
                <a:spcPts val="600"/>
              </a:spcAft>
              <a:defRPr sz="1800">
                <a:solidFill>
                  <a:srgbClr val="404040"/>
                </a:solidFill>
              </a:defRPr>
            </a:pPr>
            <a:r>
              <a:t>Feedback from these audits helps to improve and streamline security protocols</a:t>
            </a:r>
          </a:p>
          <a:p>
            <a:pPr>
              <a:spcAft>
                <a:spcPts val="600"/>
              </a:spcAft>
              <a:defRPr sz="1800">
                <a:solidFill>
                  <a:srgbClr val="FFC000"/>
                </a:solidFill>
              </a:defRPr>
            </a:pPr>
            <a:r>
              <a:t>The overall security incident rate has seen a decline over the past three years</a:t>
            </a:r>
          </a:p>
          <a:p>
            <a:pPr>
              <a:spcAft>
                <a:spcPts val="600"/>
              </a:spcAft>
              <a:defRPr sz="1800">
                <a:solidFill>
                  <a:srgbClr val="404040"/>
                </a:solidFill>
              </a:defRPr>
            </a:pPr>
            <a:r>
              <a:t>Employee compliance with security protocols is measured and tracked</a:t>
            </a:r>
          </a:p>
          <a:p>
            <a:pPr>
              <a:spcAft>
                <a:spcPts val="600"/>
              </a:spcAft>
              <a:defRPr sz="1800">
                <a:solidFill>
                  <a:srgbClr val="404040"/>
                </a:solidFill>
              </a:defRPr>
            </a:pPr>
            <a:r>
              <a:t>The security department uses key performance indicators (KPIs) to evaluate its performance</a:t>
            </a:r>
          </a:p>
          <a:p>
            <a:pPr>
              <a:spcAft>
                <a:spcPts val="600"/>
              </a:spcAft>
              <a:defRPr sz="1800">
                <a:solidFill>
                  <a:srgbClr val="FFC000"/>
                </a:solidFill>
              </a:defRPr>
            </a:pPr>
            <a:r>
              <a:t>These KPIs include the number of security incidents, response time, and resolution time</a:t>
            </a:r>
          </a:p>
          <a:p>
            <a:pPr>
              <a:spcAft>
                <a:spcPts val="600"/>
              </a:spcAft>
              <a:defRPr sz="1800">
                <a:solidFill>
                  <a:srgbClr val="404040"/>
                </a:solidFill>
              </a:defRPr>
            </a:pPr>
            <a:r>
              <a:t>Continuous improvement is a fundamental principle of Lee's Market's security approach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The security initiatives implemented by Jason Wong have significantly enhanced our physical security. Moving forward, we should consider these measures as a standard practice across all our locations to maintain the assured safety of our employees and assets.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