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Leveraging MSSPs for Enhanced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Lee's Market continues to grow, managing cybersecurity resources effectively becomes paramount. This presentation outlines the potential benefits of transitioning from an in-house cybersecurity approach to leveraging managed security service providers (MSSPs).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Current Cybersecurity Challenges at Lee's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Q1 2025, our IT team, led by Jason Wong, demonstrated improved response efficiency, handling a simulated phishing attack within 25 minutes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swift response indicates a resilient cybersecurity posture but also highlights our internal resource limitations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The retail industry has seen an 80% incident rate of cyberattacks within a year, emphasizing the need for stronger defenses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Lee's Market, along with other retailers, faces significant operational and reputational risks due to potential cyber threats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Utilizing MSSPs could offer dedicated resources and advanced threat intelligence, strengthening our defensive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Shifting to MSSPs may help reduce potential regulatory fines incurred by 33% of retailers post-attack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transition could also mitigate the reputational damage suffered by 53% of retailers, often leading to system shutdowns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Exploring the MSSP Model for Cybersecurity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MSSPs offer 24/7 monitoring and management of intrusion detection systems and firewalls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They conduct periodic vulnerability testing and risk assessments to identify potential areas of concern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MSSPs can provide off-site backup solutions to ensure business continuity in the event of a data breach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They typically offer tiered pricing models based on the level of service required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Some MSSPs specialize in retail industry cybersecurity, providing tailored solutions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MSSPs can supplement in-house IT teams, providing additional resources and expertise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MSSPs often have access to more advanced threat intelligence tools and databases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Projected MSSP Impact on Threat Management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use of MSSPs could potentially reduce the number of successful cyberattacks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MSSPs could increase the speed of incident detection and response times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Compliance with regulatory standards like PCI DSS may be easier to achieve with MSSP support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cost of MSSP services will need to be weighed against the potential savings from reduced cyber threats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MSSPs may help in maintaining customer trust by reducing the possibility of data breaches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MSSPs can provide detailed compliance reporting and documentation, useful for audits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Employee training needs may reduce as MSSPs take over more complex cybersecurity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By adopting MSSPs, Lee's Market can address key cybersecurity resource constraints, enhance threat management and compliance, and build stronger customer trust. It's recommended to initiate a pilot project with a reputable MSSP to gauge potential benefits and inform future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