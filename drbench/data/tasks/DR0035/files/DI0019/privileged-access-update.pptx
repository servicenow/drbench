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FF8C00"/>
                </a:solidFill>
              </a:defRPr>
            </a:pPr>
            <a:r>
              <a:t>Q1 2025 Privileged Access Update Review</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will review the changes made to our privileged access group membership by Jason Wong in Q1 2025. We will examine the rationale behind these changes and their impact on our operations.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Overview of Privileged Access Management</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Privileged Access Management (PAM) is a critical aspect of our IT security infrastructure</a:t>
            </a:r>
          </a:p>
          <a:p>
            <a:pPr>
              <a:spcAft>
                <a:spcPts val="600"/>
              </a:spcAft>
              <a:defRPr sz="1800">
                <a:solidFill>
                  <a:srgbClr val="404040"/>
                </a:solidFill>
              </a:defRPr>
            </a:pPr>
            <a:r>
              <a:t>PAM involves the monitoring and controlling of privileged user access within the organization</a:t>
            </a:r>
          </a:p>
          <a:p>
            <a:pPr>
              <a:spcAft>
                <a:spcPts val="600"/>
              </a:spcAft>
              <a:defRPr sz="1800">
                <a:solidFill>
                  <a:srgbClr val="4682B4"/>
                </a:solidFill>
              </a:defRPr>
            </a:pPr>
            <a:r>
              <a:t>Our PAM strategy has evolved over the years, taking into account industry standards and best practices</a:t>
            </a:r>
          </a:p>
          <a:p>
            <a:pPr>
              <a:spcAft>
                <a:spcPts val="600"/>
              </a:spcAft>
              <a:defRPr sz="1800">
                <a:solidFill>
                  <a:srgbClr val="404040"/>
                </a:solidFill>
              </a:defRPr>
            </a:pPr>
            <a:r>
              <a:t>PAM is crucial in preventing unauthorized access and guarding against potential data breaches</a:t>
            </a:r>
          </a:p>
          <a:p>
            <a:pPr>
              <a:spcAft>
                <a:spcPts val="600"/>
              </a:spcAft>
              <a:defRPr sz="1800">
                <a:solidFill>
                  <a:srgbClr val="404040"/>
                </a:solidFill>
              </a:defRPr>
            </a:pPr>
            <a:r>
              <a:t>In 2023, we implemented a new PAM solution to streamline our processes and ensure tighter controls</a:t>
            </a:r>
          </a:p>
          <a:p>
            <a:pPr>
              <a:spcAft>
                <a:spcPts val="600"/>
              </a:spcAft>
              <a:defRPr sz="1800">
                <a:solidFill>
                  <a:srgbClr val="4682B4"/>
                </a:solidFill>
              </a:defRPr>
            </a:pPr>
            <a:r>
              <a:t>Our PAM system incorporates robust auditing capabilities to track and review all privileged user activity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Changes to Privileged Access Group in Q1 2025</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 Q1 2025, there were several updates to our PAM system's configuration</a:t>
            </a:r>
          </a:p>
          <a:p>
            <a:pPr>
              <a:spcAft>
                <a:spcPts val="600"/>
              </a:spcAft>
              <a:defRPr sz="1800">
                <a:solidFill>
                  <a:srgbClr val="404040"/>
                </a:solidFill>
              </a:defRPr>
            </a:pPr>
            <a:r>
              <a:t>A new set of policies and standards for privileged access was implemented</a:t>
            </a:r>
          </a:p>
          <a:p>
            <a:pPr>
              <a:spcAft>
                <a:spcPts val="600"/>
              </a:spcAft>
              <a:defRPr sz="1800">
                <a:solidFill>
                  <a:srgbClr val="4682B4"/>
                </a:solidFill>
              </a:defRPr>
            </a:pPr>
            <a:r>
              <a:t>We also introduced a new role-based access control model to further enhance our PAM strategy</a:t>
            </a:r>
          </a:p>
          <a:p>
            <a:pPr>
              <a:spcAft>
                <a:spcPts val="600"/>
              </a:spcAft>
              <a:defRPr sz="1800">
                <a:solidFill>
                  <a:srgbClr val="404040"/>
                </a:solidFill>
              </a:defRPr>
            </a:pPr>
            <a:r>
              <a:t>These changes were part of our continuous efforts to improve our IT security posture</a:t>
            </a:r>
          </a:p>
          <a:p>
            <a:pPr>
              <a:spcAft>
                <a:spcPts val="600"/>
              </a:spcAft>
              <a:defRPr sz="1800">
                <a:solidFill>
                  <a:srgbClr val="404040"/>
                </a:solidFill>
              </a:defRPr>
            </a:pPr>
            <a:r>
              <a:t>However, these modifications required extensive testing and validation before full deployment</a:t>
            </a:r>
          </a:p>
          <a:p>
            <a:pPr>
              <a:spcAft>
                <a:spcPts val="600"/>
              </a:spcAft>
              <a:defRPr sz="1800">
                <a:solidFill>
                  <a:srgbClr val="4682B4"/>
                </a:solidFill>
              </a:defRPr>
            </a:pPr>
            <a:r>
              <a:t>The changes were communicated to all relevant stakeholders to ensure smooth transition and minimal disruption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Impact of Privileged Access Changes on Operations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Our new PAM policies have led to improved security measures across all departments</a:t>
            </a:r>
          </a:p>
          <a:p>
            <a:pPr>
              <a:spcAft>
                <a:spcPts val="400"/>
              </a:spcAft>
              <a:defRPr sz="1600">
                <a:solidFill>
                  <a:srgbClr val="404040"/>
                </a:solidFill>
              </a:defRPr>
            </a:pPr>
            <a:r>
              <a:t>These changes have streamlined the process of granting and revoking privileged access</a:t>
            </a:r>
          </a:p>
          <a:p>
            <a:pPr>
              <a:spcAft>
                <a:spcPts val="400"/>
              </a:spcAft>
              <a:defRPr sz="1600">
                <a:solidFill>
                  <a:srgbClr val="4682B4"/>
                </a:solidFill>
              </a:defRPr>
            </a:pPr>
            <a:r>
              <a:t>There has been a decrease in the number of security incidents related to privileged access</a:t>
            </a:r>
          </a:p>
          <a:p>
            <a:pPr>
              <a:spcAft>
                <a:spcPts val="400"/>
              </a:spcAft>
              <a:defRPr sz="1600">
                <a:solidFill>
                  <a:srgbClr val="404040"/>
                </a:solidFill>
              </a:defRPr>
            </a:pPr>
            <a:r>
              <a:t>The new PAM system has also improved our audit trail capabilities</a:t>
            </a:r>
          </a:p>
          <a:p>
            <a:pPr>
              <a:spcAft>
                <a:spcPts val="400"/>
              </a:spcAft>
              <a:defRPr sz="1600">
                <a:solidFill>
                  <a:srgbClr val="404040"/>
                </a:solidFill>
              </a:defRPr>
            </a:pPr>
            <a:r>
              <a:t>Overall, these changes have positively impacted our operational efficiency and security posture</a:t>
            </a:r>
          </a:p>
          <a:p>
            <a:pPr>
              <a:spcAft>
                <a:spcPts val="400"/>
              </a:spcAft>
              <a:defRPr sz="1600">
                <a:solidFill>
                  <a:srgbClr val="4682B4"/>
                </a:solidFill>
              </a:defRPr>
            </a:pPr>
            <a:r>
              <a:t>We are continuously monitoring the impact of these changes and making necessary adjustments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4682B4"/>
                </a:solidFill>
              </a:defRPr>
            </a:pPr>
            <a:r>
              <a:t>The updates to our privileged access group membership have streamlined our operational procedures and reinforced security measures. As a next step, we recommend regular audits of access rights to maintain efficiency and security.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