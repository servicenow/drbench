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Elexion Customer Service Evaluation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assess our current customer service operations, with a focus on accessibility and availability for customers. Our aim is to ensure we are providing optimal support for our customers.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Elexion's Current Customer Service Infrastructure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customer service department consists of 400 trained professionals</a:t>
            </a:r>
          </a:p>
          <a:p>
            <a:pPr>
              <a:spcAft>
                <a:spcPts val="600"/>
              </a:spcAft>
              <a:defRPr sz="1800">
                <a:solidFill>
                  <a:srgbClr val="404040"/>
                </a:solidFill>
              </a:defRPr>
            </a:pPr>
            <a:r>
              <a:t>We have implemented an AI-powered chatbot to address common customer queries</a:t>
            </a:r>
          </a:p>
          <a:p>
            <a:pPr>
              <a:spcAft>
                <a:spcPts val="600"/>
              </a:spcAft>
              <a:defRPr sz="1800">
                <a:solidFill>
                  <a:srgbClr val="FF8C00"/>
                </a:solidFill>
              </a:defRPr>
            </a:pPr>
            <a:r>
              <a:t>Our customer service department is divided into front-office and back-office operations</a:t>
            </a:r>
          </a:p>
          <a:p>
            <a:pPr>
              <a:spcAft>
                <a:spcPts val="600"/>
              </a:spcAft>
              <a:defRPr sz="1800">
                <a:solidFill>
                  <a:srgbClr val="404040"/>
                </a:solidFill>
              </a:defRPr>
            </a:pPr>
            <a:r>
              <a:t>We use a CRM system to track customer interactions and ensure a seamless experience</a:t>
            </a:r>
          </a:p>
          <a:p>
            <a:pPr>
              <a:spcAft>
                <a:spcPts val="600"/>
              </a:spcAft>
              <a:defRPr sz="1800">
                <a:solidFill>
                  <a:srgbClr val="404040"/>
                </a:solidFill>
              </a:defRPr>
            </a:pPr>
            <a:r>
              <a:t>We have a dedicated team that handles customer complaints and escalations</a:t>
            </a:r>
          </a:p>
          <a:p>
            <a:pPr>
              <a:spcAft>
                <a:spcPts val="600"/>
              </a:spcAft>
              <a:defRPr sz="1800">
                <a:solidFill>
                  <a:srgbClr val="FF8C00"/>
                </a:solidFill>
              </a:defRPr>
            </a:pPr>
            <a:r>
              <a:t>Our customer service processes are ISO 9001:2015 certified for quality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Availability of Live Customer Service Representatives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customer service representatives undergo a rigorous 6-week training program</a:t>
            </a:r>
          </a:p>
          <a:p>
            <a:pPr>
              <a:spcAft>
                <a:spcPts val="400"/>
              </a:spcAft>
              <a:defRPr sz="1600">
                <a:solidFill>
                  <a:srgbClr val="404040"/>
                </a:solidFill>
              </a:defRPr>
            </a:pPr>
            <a:r>
              <a:t>We have a performance management system in place to monitor and improve service quality</a:t>
            </a:r>
          </a:p>
          <a:p>
            <a:pPr>
              <a:spcAft>
                <a:spcPts val="400"/>
              </a:spcAft>
              <a:defRPr sz="1600">
                <a:solidFill>
                  <a:srgbClr val="FF8C00"/>
                </a:solidFill>
              </a:defRPr>
            </a:pPr>
            <a:r>
              <a:t>Our representatives are equipped to handle enquiries in English, Spanish, and French</a:t>
            </a:r>
          </a:p>
          <a:p>
            <a:pPr>
              <a:spcAft>
                <a:spcPts val="400"/>
              </a:spcAft>
              <a:defRPr sz="1600">
                <a:solidFill>
                  <a:srgbClr val="404040"/>
                </a:solidFill>
              </a:defRPr>
            </a:pPr>
            <a:r>
              <a:t>We have a customer satisfaction rate of 87% for live interactions</a:t>
            </a:r>
          </a:p>
          <a:p>
            <a:pPr>
              <a:spcAft>
                <a:spcPts val="400"/>
              </a:spcAft>
              <a:defRPr sz="1600">
                <a:solidFill>
                  <a:srgbClr val="404040"/>
                </a:solidFill>
              </a:defRPr>
            </a:pPr>
            <a:r>
              <a:t>Our representatives handle an average of 90 calls per day</a:t>
            </a:r>
          </a:p>
          <a:p>
            <a:pPr>
              <a:spcAft>
                <a:spcPts val="400"/>
              </a:spcAft>
              <a:defRPr sz="1600">
                <a:solidFill>
                  <a:srgbClr val="FF8C00"/>
                </a:solidFill>
              </a:defRPr>
            </a:pPr>
            <a:r>
              <a:t>We have a system in place to rotate representatives to prevent burnout and ensure consistent service quality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Enhancing Customer Engagement Strategies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We have implemented a customer loyalty program to increase retention rates</a:t>
            </a:r>
          </a:p>
          <a:p>
            <a:pPr>
              <a:spcAft>
                <a:spcPts val="400"/>
              </a:spcAft>
              <a:defRPr sz="1600">
                <a:solidFill>
                  <a:srgbClr val="404040"/>
                </a:solidFill>
              </a:defRPr>
            </a:pPr>
            <a:r>
              <a:t>We are exploring the use of AR/VR technology for virtual showroom experiences</a:t>
            </a:r>
          </a:p>
          <a:p>
            <a:pPr>
              <a:spcAft>
                <a:spcPts val="400"/>
              </a:spcAft>
              <a:defRPr sz="1600">
                <a:solidFill>
                  <a:srgbClr val="FF8C00"/>
                </a:solidFill>
              </a:defRPr>
            </a:pPr>
            <a:r>
              <a:t>We regularly conduct customer surveys to understand their needs and expectations</a:t>
            </a:r>
          </a:p>
          <a:p>
            <a:pPr>
              <a:spcAft>
                <a:spcPts val="400"/>
              </a:spcAft>
              <a:defRPr sz="1600">
                <a:solidFill>
                  <a:srgbClr val="404040"/>
                </a:solidFill>
              </a:defRPr>
            </a:pPr>
            <a:r>
              <a:t>We have a quarterly newsletter to keep customers updated about our latest offerings</a:t>
            </a:r>
          </a:p>
          <a:p>
            <a:pPr>
              <a:spcAft>
                <a:spcPts val="400"/>
              </a:spcAft>
              <a:defRPr sz="1600">
                <a:solidFill>
                  <a:srgbClr val="404040"/>
                </a:solidFill>
              </a:defRPr>
            </a:pPr>
            <a:r>
              <a:t>We plan to launch a mobile app to provide a comprehensive digital experience</a:t>
            </a:r>
          </a:p>
          <a:p>
            <a:pPr>
              <a:spcAft>
                <a:spcPts val="400"/>
              </a:spcAft>
              <a:defRPr sz="1600">
                <a:solidFill>
                  <a:srgbClr val="FF8C00"/>
                </a:solidFill>
              </a:defRPr>
            </a:pPr>
            <a:r>
              <a:t>We are planning to conduct customer engagement events in key markets in Q3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As we strive for excellence in our customer service, it is essential that we ensure its availability around the clock. Let's explore ways to enhance our customer engagement strategies to meet this objective.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