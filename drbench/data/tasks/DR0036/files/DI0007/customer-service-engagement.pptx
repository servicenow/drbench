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Enhancing Customer Service Team Engagement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explore the engagement activities pursued by the Customer Service team in 2024, including staff retreats. The purpose is to examine the correlation between these activities and team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Overview of Team Engagement Activities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Introduced a new recognition program in Q2 2024 to improve team morale</a:t>
            </a:r>
          </a:p>
          <a:p>
            <a:pPr>
              <a:spcAft>
                <a:spcPts val="400"/>
              </a:spcAft>
              <a:defRPr sz="1600">
                <a:solidFill>
                  <a:srgbClr val="404040"/>
                </a:solidFill>
              </a:defRPr>
            </a:pPr>
            <a:r>
              <a:t>Launched a monthly workshop series aimed at cross-functional skill development</a:t>
            </a:r>
          </a:p>
          <a:p>
            <a:pPr>
              <a:spcAft>
                <a:spcPts val="400"/>
              </a:spcAft>
              <a:defRPr sz="1600">
                <a:solidFill>
                  <a:srgbClr val="FFC000"/>
                </a:solidFill>
              </a:defRPr>
            </a:pPr>
            <a:r>
              <a:t>Rolled out an optional remote work policy in January 2024 to enhance work-life balance</a:t>
            </a:r>
          </a:p>
          <a:p>
            <a:pPr>
              <a:spcAft>
                <a:spcPts val="400"/>
              </a:spcAft>
              <a:defRPr sz="1600">
                <a:solidFill>
                  <a:srgbClr val="404040"/>
                </a:solidFill>
              </a:defRPr>
            </a:pPr>
            <a:r>
              <a:t>Established a team mentorship program to foster talent development and internal mobility</a:t>
            </a:r>
          </a:p>
          <a:p>
            <a:pPr>
              <a:spcAft>
                <a:spcPts val="400"/>
              </a:spcAft>
              <a:defRPr sz="1600">
                <a:solidFill>
                  <a:srgbClr val="404040"/>
                </a:solidFill>
              </a:defRPr>
            </a:pPr>
            <a:r>
              <a:t>Initiated a series of team-building activities in the second half of the year to improve inter-departmental collaboration</a:t>
            </a:r>
          </a:p>
          <a:p>
            <a:pPr>
              <a:spcAft>
                <a:spcPts val="400"/>
              </a:spcAft>
              <a:defRPr sz="1600">
                <a:solidFill>
                  <a:srgbClr val="FFC000"/>
                </a:solidFill>
              </a:defRPr>
            </a:pPr>
            <a:r>
              <a:t>Invested in advanced communication tools to facilitate seamless remote collaboration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Insights from 2024 Staff Retreats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Identified key areas for process improvements across all departments</a:t>
            </a:r>
          </a:p>
          <a:p>
            <a:pPr>
              <a:spcAft>
                <a:spcPts val="600"/>
              </a:spcAft>
              <a:defRPr sz="1800">
                <a:solidFill>
                  <a:srgbClr val="404040"/>
                </a:solidFill>
              </a:defRPr>
            </a:pPr>
            <a:r>
              <a:t>Emphasized the importance of integrating sustainability principles into all business operations</a:t>
            </a:r>
          </a:p>
          <a:p>
            <a:pPr>
              <a:spcAft>
                <a:spcPts val="600"/>
              </a:spcAft>
              <a:defRPr sz="1800">
                <a:solidFill>
                  <a:srgbClr val="FFC000"/>
                </a:solidFill>
              </a:defRPr>
            </a:pPr>
            <a:r>
              <a:t>Highlighted the need for more effective cross-departmental communication mechanisms</a:t>
            </a:r>
          </a:p>
          <a:p>
            <a:pPr>
              <a:spcAft>
                <a:spcPts val="600"/>
              </a:spcAft>
              <a:defRPr sz="1800">
                <a:solidFill>
                  <a:srgbClr val="404040"/>
                </a:solidFill>
              </a:defRPr>
            </a:pPr>
            <a:r>
              <a:t>Discussed the potential of expanding into new markets in the upcoming years</a:t>
            </a:r>
          </a:p>
          <a:p>
            <a:pPr>
              <a:spcAft>
                <a:spcPts val="600"/>
              </a:spcAft>
              <a:defRPr sz="1800">
                <a:solidFill>
                  <a:srgbClr val="404040"/>
                </a:solidFill>
              </a:defRPr>
            </a:pPr>
            <a:r>
              <a:t>Explored strategies to further leverage emerging technologies in the automotive industry</a:t>
            </a:r>
          </a:p>
          <a:p>
            <a:pPr>
              <a:spcAft>
                <a:spcPts val="600"/>
              </a:spcAft>
              <a:defRPr sz="1800">
                <a:solidFill>
                  <a:srgbClr val="FFC000"/>
                </a:solidFill>
              </a:defRPr>
            </a:pPr>
            <a:r>
              <a:t>Decided to review and update the company's strategic plan annually to keep pace with industry trends and developments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Impact on Customer Service Performance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Saw a 5% increase in customer retention rates over the course of 2024</a:t>
            </a:r>
          </a:p>
          <a:p>
            <a:pPr>
              <a:spcAft>
                <a:spcPts val="600"/>
              </a:spcAft>
              <a:defRPr sz="1800">
                <a:solidFill>
                  <a:srgbClr val="404040"/>
                </a:solidFill>
              </a:defRPr>
            </a:pPr>
            <a:r>
              <a:t>Customer satisfaction scores remained stable at an average of 85% throughout the year</a:t>
            </a:r>
          </a:p>
          <a:p>
            <a:pPr>
              <a:spcAft>
                <a:spcPts val="600"/>
              </a:spcAft>
              <a:defRPr sz="1800">
                <a:solidFill>
                  <a:srgbClr val="FFC000"/>
                </a:solidFill>
              </a:defRPr>
            </a:pPr>
            <a:r>
              <a:t>Reduced response time to customer inquiries by 15% in Q4 2024</a:t>
            </a:r>
          </a:p>
          <a:p>
            <a:pPr>
              <a:spcAft>
                <a:spcPts val="600"/>
              </a:spcAft>
              <a:defRPr sz="1800">
                <a:solidFill>
                  <a:srgbClr val="404040"/>
                </a:solidFill>
              </a:defRPr>
            </a:pPr>
            <a:r>
              <a:t>Achieved a new record of resolving 98% of customer complaints within 24 hours</a:t>
            </a:r>
          </a:p>
          <a:p>
            <a:pPr>
              <a:spcAft>
                <a:spcPts val="600"/>
              </a:spcAft>
              <a:defRPr sz="1800">
                <a:solidFill>
                  <a:srgbClr val="404040"/>
                </a:solidFill>
              </a:defRPr>
            </a:pPr>
            <a:r>
              <a:t>Initiated a customer feedback program in June 2024, leading to valuable insights for product improvement</a:t>
            </a:r>
          </a:p>
          <a:p>
            <a:pPr>
              <a:spcAft>
                <a:spcPts val="600"/>
              </a:spcAft>
              <a:defRPr sz="1800">
                <a:solidFill>
                  <a:srgbClr val="FFC000"/>
                </a:solidFill>
              </a:defRPr>
            </a:pPr>
            <a:r>
              <a:t>Implemented a new CRM system in Q3 2024 to streamline customer interactions and data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Team engagement activities, notably staff retreats, have played a key role in fostering a positive and productive work environment. Moving forward, it's crucial to maintain and possibly increase these activities to further enhance team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