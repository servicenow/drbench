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2025 Prototype Durability Test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prepare for the launch of our 2025 model, it's crucial to understand the findings from our recent durability tests. This presentation focuses on the suspension component failures detected during these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Overview of 2025 Model Durability Test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durability test was conducted over a period of 120 days</a:t>
            </a:r>
          </a:p>
          <a:p>
            <a:pPr>
              <a:spcAft>
                <a:spcPts val="400"/>
              </a:spcAft>
              <a:defRPr sz="1600">
                <a:solidFill>
                  <a:srgbClr val="404040"/>
                </a:solidFill>
              </a:defRPr>
            </a:pPr>
            <a:r>
              <a:t>A total of 15 prototypes of the 2025 model were put through the test</a:t>
            </a:r>
          </a:p>
          <a:p>
            <a:pPr>
              <a:spcAft>
                <a:spcPts val="400"/>
              </a:spcAft>
              <a:defRPr sz="1600">
                <a:solidFill>
                  <a:srgbClr val="FFC000"/>
                </a:solidFill>
              </a:defRPr>
            </a:pPr>
            <a:r>
              <a:t>The test simulated a variety of driving conditions, from urban traffic to rough terrains</a:t>
            </a:r>
          </a:p>
          <a:p>
            <a:pPr>
              <a:spcAft>
                <a:spcPts val="400"/>
              </a:spcAft>
              <a:defRPr sz="1600">
                <a:solidFill>
                  <a:srgbClr val="404040"/>
                </a:solidFill>
              </a:defRPr>
            </a:pPr>
            <a:r>
              <a:t>The prototypes were driven for an average of 18 hours per day during the test</a:t>
            </a:r>
          </a:p>
          <a:p>
            <a:pPr>
              <a:spcAft>
                <a:spcPts val="400"/>
              </a:spcAft>
              <a:defRPr sz="1600">
                <a:solidFill>
                  <a:srgbClr val="404040"/>
                </a:solidFill>
              </a:defRPr>
            </a:pPr>
            <a:r>
              <a:t>Sophisticated tracking technology was used to monitor all aspects of the vehicles' performance</a:t>
            </a:r>
          </a:p>
          <a:p>
            <a:pPr>
              <a:spcAft>
                <a:spcPts val="400"/>
              </a:spcAft>
              <a:defRPr sz="1600">
                <a:solidFill>
                  <a:srgbClr val="FFC000"/>
                </a:solidFill>
              </a:defRPr>
            </a:pPr>
            <a:r>
              <a:t>The test was carried out in a controlled environment to ensure consistent results</a:t>
            </a:r>
          </a:p>
          <a:p>
            <a:pPr>
              <a:spcAft>
                <a:spcPts val="400"/>
              </a:spcAft>
              <a:defRPr sz="1600">
                <a:solidFill>
                  <a:srgbClr val="404040"/>
                </a:solidFill>
              </a:defRPr>
            </a:pPr>
            <a:r>
              <a:t>An independent third-party agency was used to verify the integrity of the testing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Suspension Component Failures Analysis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suspension components were sourced from a reputable supplier</a:t>
            </a:r>
          </a:p>
          <a:p>
            <a:pPr>
              <a:spcAft>
                <a:spcPts val="600"/>
              </a:spcAft>
              <a:defRPr sz="1800">
                <a:solidFill>
                  <a:srgbClr val="404040"/>
                </a:solidFill>
              </a:defRPr>
            </a:pPr>
            <a:r>
              <a:t>All components were thoroughly inspected prior to installation</a:t>
            </a:r>
          </a:p>
          <a:p>
            <a:pPr>
              <a:spcAft>
                <a:spcPts val="600"/>
              </a:spcAft>
              <a:defRPr sz="1800">
                <a:solidFill>
                  <a:srgbClr val="FFC000"/>
                </a:solidFill>
              </a:defRPr>
            </a:pPr>
            <a:r>
              <a:t>The components were designed for maximum durability and performance</a:t>
            </a:r>
          </a:p>
          <a:p>
            <a:pPr>
              <a:spcAft>
                <a:spcPts val="600"/>
              </a:spcAft>
              <a:defRPr sz="1800">
                <a:solidFill>
                  <a:srgbClr val="404040"/>
                </a:solidFill>
              </a:defRPr>
            </a:pPr>
            <a:r>
              <a:t>The testing process included regular checks on the suspension system</a:t>
            </a:r>
          </a:p>
          <a:p>
            <a:pPr>
              <a:spcAft>
                <a:spcPts val="600"/>
              </a:spcAft>
              <a:defRPr sz="1800">
                <a:solidFill>
                  <a:srgbClr val="404040"/>
                </a:solidFill>
              </a:defRPr>
            </a:pPr>
            <a:r>
              <a:t>Despite rigorous quality control measures, failures can occur in any complex mechanical system</a:t>
            </a:r>
          </a:p>
          <a:p>
            <a:pPr>
              <a:spcAft>
                <a:spcPts val="600"/>
              </a:spcAft>
              <a:defRPr sz="1800">
                <a:solidFill>
                  <a:srgbClr val="FFC000"/>
                </a:solidFill>
              </a:defRPr>
            </a:pPr>
            <a:r>
              <a:t>A detailed failure analysis will be carried out to determine the exact cause of the failures</a:t>
            </a:r>
          </a:p>
          <a:p>
            <a:pPr>
              <a:spcAft>
                <a:spcPts val="600"/>
              </a:spcAft>
              <a:defRPr sz="1800">
                <a:solidFill>
                  <a:srgbClr val="404040"/>
                </a:solidFill>
              </a:defRPr>
            </a:pPr>
            <a:r>
              <a:t>Recommendations will be made to prevent similar failures in future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Impact on Production Timeline and Costs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Any component failure can potentially delay the production timeline</a:t>
            </a:r>
          </a:p>
          <a:p>
            <a:pPr>
              <a:spcAft>
                <a:spcPts val="400"/>
              </a:spcAft>
              <a:defRPr sz="1600">
                <a:solidFill>
                  <a:srgbClr val="404040"/>
                </a:solidFill>
              </a:defRPr>
            </a:pPr>
            <a:r>
              <a:t>A delay in production can result in increased costs</a:t>
            </a:r>
          </a:p>
          <a:p>
            <a:pPr>
              <a:spcAft>
                <a:spcPts val="400"/>
              </a:spcAft>
              <a:defRPr sz="1600">
                <a:solidFill>
                  <a:srgbClr val="FFC000"/>
                </a:solidFill>
              </a:defRPr>
            </a:pPr>
            <a:r>
              <a:t>The company has contingency plans in place to mitigate such risks</a:t>
            </a:r>
          </a:p>
          <a:p>
            <a:pPr>
              <a:spcAft>
                <a:spcPts val="400"/>
              </a:spcAft>
              <a:defRPr sz="1600">
                <a:solidFill>
                  <a:srgbClr val="404040"/>
                </a:solidFill>
              </a:defRPr>
            </a:pPr>
            <a:r>
              <a:t>The cost of replacing faulty components is factored into the overall production budget</a:t>
            </a:r>
          </a:p>
          <a:p>
            <a:pPr>
              <a:spcAft>
                <a:spcPts val="400"/>
              </a:spcAft>
              <a:defRPr sz="1600">
                <a:solidFill>
                  <a:srgbClr val="404040"/>
                </a:solidFill>
              </a:defRPr>
            </a:pPr>
            <a:r>
              <a:t>The company is committed to delivering high-quality products, even if it means incurring additional costs</a:t>
            </a:r>
          </a:p>
          <a:p>
            <a:pPr>
              <a:spcAft>
                <a:spcPts val="400"/>
              </a:spcAft>
              <a:defRPr sz="1600">
                <a:solidFill>
                  <a:srgbClr val="FFC000"/>
                </a:solidFill>
              </a:defRPr>
            </a:pPr>
            <a:r>
              <a:t>The impact on the production timeline and costs will be thoroughly assessed</a:t>
            </a:r>
          </a:p>
          <a:p>
            <a:pPr>
              <a:spcAft>
                <a:spcPts val="400"/>
              </a:spcAft>
              <a:defRPr sz="1600">
                <a:solidFill>
                  <a:srgbClr val="404040"/>
                </a:solidFill>
              </a:defRPr>
            </a:pPr>
            <a:r>
              <a:t>Measures will be taken to minimize any negative impact on the production timeline and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C000"/>
                </a:solidFill>
              </a:defRPr>
            </a:pPr>
            <a:r>
              <a:t>Our analysis reveals certain challenges in the suspension components of our 2025 model. Moving forward, we need to prioritize these concerns during the redesign phase to ensure a successful and punctual launch.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