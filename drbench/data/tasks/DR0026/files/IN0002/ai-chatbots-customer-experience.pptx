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Enhancing Customer Experience with AI Chatbots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aim to capture the growing Centennial market, leveraging conversational AI can play a crucial role. This presentation explores how data-driven chatbots can provide instant feedback and cater to cultural and linguistic nuances among our diverse customer 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Understanding the Centennial Consumer Behavior</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By October 15, 2025, Lee’s Market plans to directly link AI chatbots to real-time store inventory, enhancing customer engagement</a:t>
            </a:r>
          </a:p>
          <a:p>
            <a:pPr>
              <a:spcAft>
                <a:spcPts val="400"/>
              </a:spcAft>
              <a:defRPr sz="1600">
                <a:solidFill>
                  <a:srgbClr val="404040"/>
                </a:solidFill>
              </a:defRPr>
            </a:pPr>
            <a:r>
              <a:t>This integration enables customers to access stock availability, delivery schedules, or pickup options in under five seconds, promoting a seamless shopping experience</a:t>
            </a:r>
          </a:p>
          <a:p>
            <a:pPr>
              <a:spcAft>
                <a:spcPts val="400"/>
              </a:spcAft>
              <a:defRPr sz="1600">
                <a:solidFill>
                  <a:srgbClr val="FFC000"/>
                </a:solidFill>
              </a:defRPr>
            </a:pPr>
            <a:r>
              <a:t>Subsequently, this direct inventory connection is projected to invite an 8% increase in online shopper traffic within a span of nine months</a:t>
            </a:r>
          </a:p>
          <a:p>
            <a:pPr>
              <a:spcAft>
                <a:spcPts val="400"/>
              </a:spcAft>
              <a:defRPr sz="1600">
                <a:solidFill>
                  <a:srgbClr val="404040"/>
                </a:solidFill>
              </a:defRPr>
            </a:pPr>
            <a:r>
              <a:t>This initiative aligns with the preference of 62% of buyers for chatbots over live customer service, as identified by Grocery Doppio</a:t>
            </a:r>
          </a:p>
          <a:p>
            <a:pPr>
              <a:spcAft>
                <a:spcPts val="400"/>
              </a:spcAft>
              <a:defRPr sz="1600">
                <a:solidFill>
                  <a:srgbClr val="404040"/>
                </a:solidFill>
              </a:defRPr>
            </a:pPr>
            <a:r>
              <a:t>The ability of chatbots to provide instant responses is expected to save consumers' time and boost satisfaction levels</a:t>
            </a:r>
          </a:p>
          <a:p>
            <a:pPr>
              <a:spcAft>
                <a:spcPts val="400"/>
              </a:spcAft>
              <a:defRPr sz="1600">
                <a:solidFill>
                  <a:srgbClr val="FFC000"/>
                </a:solidFill>
              </a:defRPr>
            </a:pPr>
            <a:r>
              <a:t>In tune with the industry trend, Lee's Market is leveraging AI chatbots to spot trends and track customer preferences, thus improving the overall customer experience</a:t>
            </a:r>
          </a:p>
          <a:p>
            <a:pPr>
              <a:spcAft>
                <a:spcPts val="400"/>
              </a:spcAft>
              <a:defRPr sz="1600">
                <a:solidFill>
                  <a:srgbClr val="404040"/>
                </a:solidFill>
              </a:defRPr>
            </a:pPr>
            <a:r>
              <a:t>As 78% of grocers utilize AI chatbots, Lee’s Market's initiative is a strategic move in keeping up with competitive market dynamics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Role of AI Chatbots in Modern Retail</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 chatbots automate customer interactions, leading to operational efficiencies</a:t>
            </a:r>
          </a:p>
          <a:p>
            <a:pPr>
              <a:spcAft>
                <a:spcPts val="600"/>
              </a:spcAft>
              <a:defRPr sz="1800">
                <a:solidFill>
                  <a:srgbClr val="404040"/>
                </a:solidFill>
              </a:defRPr>
            </a:pPr>
            <a:r>
              <a:t>They can handle multiple customer queries simultaneously, reducing wait times</a:t>
            </a:r>
          </a:p>
          <a:p>
            <a:pPr>
              <a:spcAft>
                <a:spcPts val="600"/>
              </a:spcAft>
              <a:defRPr sz="1800">
                <a:solidFill>
                  <a:srgbClr val="FFC000"/>
                </a:solidFill>
              </a:defRPr>
            </a:pPr>
            <a:r>
              <a:t>AI chatbots are available 24/7, providing round-the-clock customer service</a:t>
            </a:r>
          </a:p>
          <a:p>
            <a:pPr>
              <a:spcAft>
                <a:spcPts val="600"/>
              </a:spcAft>
              <a:defRPr sz="1800">
                <a:solidFill>
                  <a:srgbClr val="404040"/>
                </a:solidFill>
              </a:defRPr>
            </a:pPr>
            <a:r>
              <a:t>They can streamline the returns and refunds process by automating key steps</a:t>
            </a:r>
          </a:p>
          <a:p>
            <a:pPr>
              <a:spcAft>
                <a:spcPts val="600"/>
              </a:spcAft>
              <a:defRPr sz="1800">
                <a:solidFill>
                  <a:srgbClr val="404040"/>
                </a:solidFill>
              </a:defRPr>
            </a:pPr>
            <a:r>
              <a:t>Chatbots help in collecting customer data for future marketing campaigns</a:t>
            </a:r>
          </a:p>
          <a:p>
            <a:pPr>
              <a:spcAft>
                <a:spcPts val="600"/>
              </a:spcAft>
              <a:defRPr sz="1800">
                <a:solidFill>
                  <a:srgbClr val="FFC000"/>
                </a:solidFill>
              </a:defRPr>
            </a:pPr>
            <a:r>
              <a:t>They can cross-sell and upsell products, contributing to increased sales</a:t>
            </a:r>
          </a:p>
          <a:p>
            <a:pPr>
              <a:spcAft>
                <a:spcPts val="600"/>
              </a:spcAft>
              <a:defRPr sz="1800">
                <a:solidFill>
                  <a:srgbClr val="404040"/>
                </a:solidFill>
              </a:defRPr>
            </a:pPr>
            <a:r>
              <a:t>AI chatbots can reduce the load on customer service representatives, allowing them to focus on complex issues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Implementing Conversational AI for Diverse Customer Base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Conversational AI should be trained on a diverse dataset to understand various cultures</a:t>
            </a:r>
          </a:p>
          <a:p>
            <a:pPr>
              <a:spcAft>
                <a:spcPts val="600"/>
              </a:spcAft>
              <a:defRPr sz="1800">
                <a:solidFill>
                  <a:srgbClr val="404040"/>
                </a:solidFill>
              </a:defRPr>
            </a:pPr>
            <a:r>
              <a:t>It's important to customize chatbot responses to match the tone of the brand</a:t>
            </a:r>
          </a:p>
          <a:p>
            <a:pPr>
              <a:spcAft>
                <a:spcPts val="600"/>
              </a:spcAft>
              <a:defRPr sz="1800">
                <a:solidFill>
                  <a:srgbClr val="FFC000"/>
                </a:solidFill>
              </a:defRPr>
            </a:pPr>
            <a:r>
              <a:t>Conversational AI can be used in multiple languages to cater to non-English speakers</a:t>
            </a:r>
          </a:p>
          <a:p>
            <a:pPr>
              <a:spcAft>
                <a:spcPts val="600"/>
              </a:spcAft>
              <a:defRPr sz="1800">
                <a:solidFill>
                  <a:srgbClr val="404040"/>
                </a:solidFill>
              </a:defRPr>
            </a:pPr>
            <a:r>
              <a:t>Regularly updating the AI with new data is crucial for accurate responses</a:t>
            </a:r>
          </a:p>
          <a:p>
            <a:pPr>
              <a:spcAft>
                <a:spcPts val="600"/>
              </a:spcAft>
              <a:defRPr sz="1800">
                <a:solidFill>
                  <a:srgbClr val="404040"/>
                </a:solidFill>
              </a:defRPr>
            </a:pPr>
            <a:r>
              <a:t>It's essential to have a feedback mechanism to continuously improve the AI</a:t>
            </a:r>
          </a:p>
          <a:p>
            <a:pPr>
              <a:spcAft>
                <a:spcPts val="600"/>
              </a:spcAft>
              <a:defRPr sz="1800">
                <a:solidFill>
                  <a:srgbClr val="FFC000"/>
                </a:solidFill>
              </a:defRPr>
            </a:pPr>
            <a:r>
              <a:t>Customer consent must be obtained before collecting personal data through AI</a:t>
            </a:r>
          </a:p>
          <a:p>
            <a:pPr>
              <a:spcAft>
                <a:spcPts val="600"/>
              </a:spcAft>
              <a:defRPr sz="1800">
                <a:solidFill>
                  <a:srgbClr val="404040"/>
                </a:solidFill>
              </a:defRPr>
            </a:pPr>
            <a:r>
              <a:t>It's important to ensure that the AI can transfer a customer to a human agent when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Adopting AI chatbots will enable us to provide instant, personalized responses to our Centennial consumers, addressing their unique cultural and linguistic nuances. Let's aim to kickstart this initiative by May 2026, ensuring we remain at the forefront of the evolving retail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