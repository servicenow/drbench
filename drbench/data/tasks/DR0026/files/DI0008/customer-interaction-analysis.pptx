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70C0"/>
                </a:solidFill>
              </a:defRPr>
            </a:pPr>
            <a:r>
              <a:t>Q4 2024 Customer Interaction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Today, we'll be discussing our customers' usage of in-store self-checkout kiosks in Q4 2024. This analysis will provide insights into our customer behavior and their interaction with our technology.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Overview of In-Store Technology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 Q4, there was a 12% rise in the use of our mobile app for in-store navigation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number of customers using in-store WiFi saw a 15% increase over the quarter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The digital coupon usage increased by 20% compared to the same period last year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In-store digital signage influenced 30% of impulse purchases during the holiday season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Contactless payment options were utilized in 65% of transactions in Q4</a:t>
            </a:r>
          </a:p>
          <a:p>
            <a:pPr>
              <a:spcAft>
                <a:spcPts val="400"/>
              </a:spcAft>
              <a:defRPr sz="1600">
                <a:solidFill>
                  <a:srgbClr val="FFC000"/>
                </a:solidFill>
              </a:defRPr>
            </a:pPr>
            <a:r>
              <a:t>The 'Scan &amp; Go' feature was used by 22% of customers, showing a slight increase compared to Q3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Detailed Analysis of Self-Checkout Kiosk Interactions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average transaction time at self-checkout kiosks was 3 minutes and 15 seconds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Approximately 18% of total transactions were conducted via self-checkout kiosks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There was a 5% decrease in self-checkout kiosk usage during peak hours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Analysis shows a slight preference for self-checkout among customers aged 25-35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number of items per transaction at self-checkout kiosks averaged at 12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 error rate at self-checkout kiosks remained steady at around 2% throughout Q4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Comparison with Traditional Checkout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Traditional checkouts handled 82% of total transactions in Q4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Average transaction time at traditional checkouts was 5 minutes and 30 seconds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The item count per transaction at traditional checkouts averaged at 20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Customer satisfaction scores were marginally higher for traditional checkouts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During peak hours, traditional checkouts processed 90% of transactions</a:t>
            </a:r>
          </a:p>
          <a:p>
            <a:pPr>
              <a:spcAft>
                <a:spcPts val="600"/>
              </a:spcAft>
              <a:defRPr sz="1800">
                <a:solidFill>
                  <a:srgbClr val="FFC000"/>
                </a:solidFill>
              </a:defRPr>
            </a:pPr>
            <a:r>
              <a:t>Customers aged over 45 showed a strong preference for traditional checkouts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70C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C000"/>
                </a:solidFill>
              </a:defRPr>
            </a:pPr>
            <a:r>
              <a:t>In conclusion, our self-checkout kiosks have been well-utilized by our customers. This usage data can inform further investment in technology to improve the shopping experience at Lee's 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