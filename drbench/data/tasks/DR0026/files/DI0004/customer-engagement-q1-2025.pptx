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Q1 2025 Customer Engagement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delve into our Q1 2025 customer engagement metrics, focusing on customer surveys. The insights will help us understand our customers' in-store experiences across all Lee's Market 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Overview of Customer Engagement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utilizes both online and offline channels to engage with customers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retail stores offer a traditional shopping experience with a modern twist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Lee's Market's online platform is user-friendly and offers a wide range of products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provide home delivery services to cater to the needs of our busy customers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Social media channels are used to connect with younger demographics and share promotional content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Monthly newsletters are sent to all registered customers to keep them updated on new products and offers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also organize in-store events to directly interact with our customers and gather their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Q1 2025 In-Store Customer Survey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survey was conducted across all our store locations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survey focused on customer satisfaction, product quality, and store cleanliness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We used a 5-point Likert scale for most questions in the survey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survey data is currently being analyzed by our data science team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Preliminary findings suggest that customers are satisfied with our product range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survey data will be used to improve our services and offerings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plan to conduct similar surveys in the future to gather continuous customer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 of Customer Feedback on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Feedback from customers helps us identify areas of improvement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have seen a significant improvement in store operations based on past feedback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Customer feedback also aids in optimizing our product range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helps us understand customer preferences and shopping behaviors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have implemented changes in store layout based on customer feedback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Our delivery services have also improved thanks to constructive customer feedback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Overall, customer feedback has a direct and positive impact on our operational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Our Q1 2025 customer surveys have provided invaluable insights into our in-store customer experiences. Utilizing this data, we can enhance our operational efficiency and continue to improve customer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