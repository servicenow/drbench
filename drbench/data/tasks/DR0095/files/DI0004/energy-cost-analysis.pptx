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Analyzing Refrigeration Energy Expenditure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our refrigeration energy costs per store for the year 2025. The data will aid us in forecasting future energy expenditure and potential cost-saving measures.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Overview of Lee's Market Energy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Lee's Market implemented an energy management system in 2017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20% of the company's total energy usage is dedicated to lighting and electrical appliances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The company's energy usage has been steadily decreasing since 2017 due to efficiency improvements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2019, Lee's Market launched an initiative to further reduce energy consumption by 15% by 2021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energy management system provides detailed reports on energy consumption by department and store 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Detailed Analysis of Refrigeration Energy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refrigeration system at Lee's Market accounts for 40% of the total energy consumption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2020, the company installed energy-efficient refrigeration units in all its stores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The company has a dedicated team to monitor and maintain the refrigeration units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Lee's Market has a partnership with a leading refrigeration system manufacturer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frequently conducts audits to identify energy waste in its refrigeration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Comparison with Industry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Lee's Market aims to be below the industry average in terms of energy consumption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2019, the company's energy consumption was 10% lower than the industry average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The company has received several awards for its commitment to energy efficiency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Lee's Market benchmarks its energy performance against other leading retail companies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retail industry's average energy cost per square foot has been steadily increasing over the past 5 years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Our refrigeration energy cost has been under control and compares favorably with industry standards. Going forward, we should continue to monitor and identify opportunities for further energy efficiency improvements.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