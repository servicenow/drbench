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Revamping Lee's Market Loyalty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we aim to redesign our loyalty program, it's crucial to balance the preferences of both our older and younger customer demographics. This presentation explores key considerations for this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Understanding Gen Z/Millennial Digital Preferences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Current customer demographics reveal Gen Z and Millennials constitute 62% of Lee's Market's active customer base as of Q4 2025.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This trend signifies a shift towards a younger, digitally inclined customer base, necessitating a digital-first loyalty scheme.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Gen X and Boomer shoppers, though lower in proportions (38%), are a revenue-stable segment, requiring consideration in the loyalty program design.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balanced approach is essential to cater to both the tech-savvy Gen Z/Millennial customer base and traditional Gen X/Boomer customers.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loyalty program redesign should incorporate digital strategies that resonate with younger customers, including mobile apps and social media initiatives.</a:t>
            </a:r>
          </a:p>
          <a:p>
            <a:pPr>
              <a:spcAft>
                <a:spcPts val="400"/>
              </a:spcAft>
              <a:defRPr sz="1600">
                <a:solidFill>
                  <a:srgbClr val="FF8C00"/>
                </a:solidFill>
              </a:defRPr>
            </a:pPr>
            <a:r>
              <a:t>Simultaneously, traditional engagement methods should be maintained to satisfy Gen X/Boomer customers' preferences.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Continuous monitoring and evaluation of customer preferences across all generations will ensure our loyalty program remains flexible and adaptable.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Meeting Gen X/Boomer Traditional Service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Gen X/Boomers appreciate physical store experiences and human customer service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They value quality over quantity and are less likely to be influenced by discounts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This demographic tends to be brand loyal and appreciates personalized service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Direct mail and email are preferred modes of communication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Gen X/Boomers still appreciate traditional payment methods like cash and credit cards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They value the convenience of home delivery and in-store pick-up options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Balancing Traditional and Digital in Loyalty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Offering both digital and physical loyalty cards can satisfy diverse customer preferences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Incorporating personalized offers in both online and offline channels can enhance customer experience</a:t>
            </a:r>
          </a:p>
          <a:p>
            <a:pPr>
              <a:spcAft>
                <a:spcPts val="600"/>
              </a:spcAft>
              <a:defRPr sz="1800">
                <a:solidFill>
                  <a:srgbClr val="FF8C00"/>
                </a:solidFill>
              </a:defRPr>
            </a:pPr>
            <a:r>
              <a:t>Ensuring seamless integration between online and in-store shopping can improve customer convenience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Providing options for digital and traditional payments can cater to different demographic preferences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Maintaining a balance between instant gratification and long-term rewards can keep customers engaged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28B22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C00"/>
                </a:solidFill>
              </a:defRPr>
            </a:pPr>
            <a:r>
              <a:t>By understanding and integrating the preferences of both our younger and older customer base, we can create a loyalty program that appeals to all. The next step involves refining our program based on these insights and piloting it in select stores.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