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B050"/>
                </a:solidFill>
              </a:defRPr>
            </a:pPr>
            <a:r>
              <a:t>QuickCare Telehealth Platform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provide an overview of the recent QuickCare Telehealth platform outage, its implications for MediConn Solutions, and potential future strategies to prevent similar occurrences.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Overview of Telehealth Market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Telehealth market expected to reach $185.6 billion by 2026 worldwide</a:t>
            </a:r>
          </a:p>
          <a:p>
            <a:pPr>
              <a:spcAft>
                <a:spcPts val="600"/>
              </a:spcAft>
              <a:defRPr sz="1800">
                <a:solidFill>
                  <a:srgbClr val="404040"/>
                </a:solidFill>
              </a:defRPr>
            </a:pPr>
            <a:r>
              <a:t>Canada's telehealth industry has grown by 12% annually since 2020</a:t>
            </a:r>
          </a:p>
          <a:p>
            <a:pPr>
              <a:spcAft>
                <a:spcPts val="600"/>
              </a:spcAft>
              <a:defRPr sz="1800">
                <a:solidFill>
                  <a:srgbClr val="FF8243"/>
                </a:solidFill>
              </a:defRPr>
            </a:pPr>
            <a:r>
              <a:t>The pandemic accelerated the adoption of telehealth by 60% in 2020</a:t>
            </a:r>
          </a:p>
          <a:p>
            <a:pPr>
              <a:spcAft>
                <a:spcPts val="600"/>
              </a:spcAft>
              <a:defRPr sz="1800">
                <a:solidFill>
                  <a:srgbClr val="404040"/>
                </a:solidFill>
              </a:defRPr>
            </a:pPr>
            <a:r>
              <a:t>Telehealth reduces healthcare costs by 30% and increases efficiency</a:t>
            </a:r>
          </a:p>
          <a:p>
            <a:pPr>
              <a:spcAft>
                <a:spcPts val="600"/>
              </a:spcAft>
              <a:defRPr sz="1800">
                <a:solidFill>
                  <a:srgbClr val="404040"/>
                </a:solidFill>
              </a:defRPr>
            </a:pPr>
            <a:r>
              <a:t>MediConn Solutions ranks 3rd in Canada's telehealth market share</a:t>
            </a:r>
          </a:p>
          <a:p>
            <a:pPr>
              <a:spcAft>
                <a:spcPts val="600"/>
              </a:spcAft>
              <a:defRPr sz="1800">
                <a:solidFill>
                  <a:srgbClr val="FF8243"/>
                </a:solidFill>
              </a:defRPr>
            </a:pPr>
            <a:r>
              <a:t>Regulatory changes in 2024 enabled more telehealth services in rural areas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QuickCare Platform Outage Analysis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QuickCare’s platform supports over 10,000 daily patient interactions</a:t>
            </a:r>
          </a:p>
          <a:p>
            <a:pPr>
              <a:spcAft>
                <a:spcPts val="400"/>
              </a:spcAft>
              <a:defRPr sz="1600">
                <a:solidFill>
                  <a:srgbClr val="404040"/>
                </a:solidFill>
              </a:defRPr>
            </a:pPr>
            <a:r>
              <a:t>Their IT department consists of 75 professionals</a:t>
            </a:r>
          </a:p>
          <a:p>
            <a:pPr>
              <a:spcAft>
                <a:spcPts val="400"/>
              </a:spcAft>
              <a:defRPr sz="1600">
                <a:solidFill>
                  <a:srgbClr val="FF8243"/>
                </a:solidFill>
              </a:defRPr>
            </a:pPr>
            <a:r>
              <a:t>QuickCare has a 99.8% platform uptime target</a:t>
            </a:r>
          </a:p>
          <a:p>
            <a:pPr>
              <a:spcAft>
                <a:spcPts val="400"/>
              </a:spcAft>
              <a:defRPr sz="1600">
                <a:solidFill>
                  <a:srgbClr val="404040"/>
                </a:solidFill>
              </a:defRPr>
            </a:pPr>
            <a:r>
              <a:t>They have invested $15M into platform development since 2022</a:t>
            </a:r>
          </a:p>
          <a:p>
            <a:pPr>
              <a:spcAft>
                <a:spcPts val="400"/>
              </a:spcAft>
              <a:defRPr sz="1600">
                <a:solidFill>
                  <a:srgbClr val="404040"/>
                </a:solidFill>
              </a:defRPr>
            </a:pPr>
            <a:r>
              <a:t>In 2024, they made significant upgrades to their system's cybersecurity measures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Future Risk Mitigation Strategies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MediConn plans to increase IT budget by 20% in 2026</a:t>
            </a:r>
          </a:p>
          <a:p>
            <a:pPr>
              <a:spcAft>
                <a:spcPts val="600"/>
              </a:spcAft>
              <a:defRPr sz="1800">
                <a:solidFill>
                  <a:srgbClr val="404040"/>
                </a:solidFill>
              </a:defRPr>
            </a:pPr>
            <a:r>
              <a:t>Implementing AI-driven predictive maintenance to reduce outage risks</a:t>
            </a:r>
          </a:p>
          <a:p>
            <a:pPr>
              <a:spcAft>
                <a:spcPts val="600"/>
              </a:spcAft>
              <a:defRPr sz="1800">
                <a:solidFill>
                  <a:srgbClr val="FF8243"/>
                </a:solidFill>
              </a:defRPr>
            </a:pPr>
            <a:r>
              <a:t>Upgrading to a more reliable cloud service provider next year</a:t>
            </a:r>
          </a:p>
          <a:p>
            <a:pPr>
              <a:spcAft>
                <a:spcPts val="600"/>
              </a:spcAft>
              <a:defRPr sz="1800">
                <a:solidFill>
                  <a:srgbClr val="404040"/>
                </a:solidFill>
              </a:defRPr>
            </a:pPr>
            <a:r>
              <a:t>Enhancing cybersecurity measures to prevent data breaches</a:t>
            </a:r>
          </a:p>
          <a:p>
            <a:pPr>
              <a:spcAft>
                <a:spcPts val="600"/>
              </a:spcAft>
              <a:defRPr sz="1800">
                <a:solidFill>
                  <a:srgbClr val="404040"/>
                </a:solidFill>
              </a:defRPr>
            </a:pPr>
            <a:r>
              <a:t>Conducting regular system audits to ensure optimal performance</a:t>
            </a:r>
          </a:p>
          <a:p>
            <a:pPr>
              <a:spcAft>
                <a:spcPts val="600"/>
              </a:spcAft>
              <a:defRPr sz="1800">
                <a:solidFill>
                  <a:srgbClr val="FF8243"/>
                </a:solidFill>
              </a:defRPr>
            </a:pPr>
            <a:r>
              <a:t>Developing a robust disaster recovery plan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B05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243"/>
                </a:solidFill>
              </a:defRPr>
            </a:pPr>
            <a:r>
              <a:t>Understanding the QuickCare Telehealth platform outage allows us to not only adapt our current systems but also develop robust strategies for future risk mitigation. Let's ensure we are prepared and continue to provide reliable virtual healthcare services to our clients.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