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Enhancing Patient Experience for Competitive Advantage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explore industry trends in tele-health and how MediConn Solutions can leverage them to improve patient trust, satisfaction, and retention. We'll examine strategic initiatives to stay ahead of our competitors by Q4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Tele-health Industry Trends and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recent market research from 2023 indicates discomfort with virtual visits among 25% of our partnering hospitals' health professionals.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discomfort is mainly due to a lack of technological familiarity, causing a 30% increase in the setup time for virtual appointments.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Considering the potential for over 50 million more in-person visits to be converted to virtual ones, as per the McKinsey report, we need to address this issue to capitalize on this trend.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reluctance of health professionals to adopt virtual visits could impact patient trust, satisfaction, and retention if not addressed.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focused training program for these health professionals could help to alleviate tech-related discomfort, streamline the setup process, and improve patient experience.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Addressing this discomfort could also contribute to reduced labor costs, aligning with the industry trend of telehealth reducing labor costs by over 50%.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goal, in line with industry trends and our strategic initiative, is to improve patient experience and thereby increase trust and retention by Q4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Current Patient Experience Assessment at MediConn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 Solutions served approximately 50,000 patients in Q2 2021.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waiting time for consultations on our platform is 10 minutes.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Our patient satisfaction score for Q3 2021 was an 8.2/10.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2021, 20% of our patients used our services for mental health consultations.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patient retention rate for Q4 2021 was 65%.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As of Q3 2021, MediConn's mobile app had a 4-star rating in the Google Play Store.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Q4 2021, we experienced a 5% decrease in patient complaints compared to Q3.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Strategic Initiatives for Patient Experience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By Q2 2022, we aim to reduce average waiting time for consultations by 15%.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plan to introduce a new AI-powered triage system to improve patient-physician matching.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We're launching a new campaign in Q3 2022 to increase patient engagement.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patient feedback system is being developed, with expected launch in Q4 2022.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We're investing in our IT department to improve the stability and speed of our digital platforms.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We aim to increase our patient satisfaction score by 10% by the end of 2022.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We're partnering with various mental health organizations to provide targeted care for patients.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By aligning with tele-health industry trends and proactively addressing patient experience, MediConn Solutions can secure a competitive advantage. It's crucial that we implement these strategic initiatives to boost patient trust, satisfaction, and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