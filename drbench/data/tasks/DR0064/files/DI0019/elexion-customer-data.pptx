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Elexion Automotive: Harnessing Customer Data</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delves into the volume of customer data processed by our Sales Department since 2023. We will explore how it's being utilized and the potential it holds for Elexion Automotive.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The Evolution of Data Processing in Sales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inception of data processing in sales dates back to the late 20th century</a:t>
            </a:r>
          </a:p>
          <a:p>
            <a:pPr>
              <a:spcAft>
                <a:spcPts val="400"/>
              </a:spcAft>
              <a:defRPr sz="1600">
                <a:solidFill>
                  <a:srgbClr val="404040"/>
                </a:solidFill>
              </a:defRPr>
            </a:pPr>
            <a:r>
              <a:t>Advances in technology have revolutionized the data processing landscape in sales</a:t>
            </a:r>
          </a:p>
          <a:p>
            <a:pPr>
              <a:spcAft>
                <a:spcPts val="400"/>
              </a:spcAft>
              <a:defRPr sz="1600">
                <a:solidFill>
                  <a:srgbClr val="FF8243"/>
                </a:solidFill>
              </a:defRPr>
            </a:pPr>
            <a:r>
              <a:t>Elexion adopted a digital data processing strategy in 2016</a:t>
            </a:r>
          </a:p>
          <a:p>
            <a:pPr>
              <a:spcAft>
                <a:spcPts val="400"/>
              </a:spcAft>
              <a:defRPr sz="1600">
                <a:solidFill>
                  <a:srgbClr val="404040"/>
                </a:solidFill>
              </a:defRPr>
            </a:pPr>
            <a:r>
              <a:t>The company integrated AI and Machine Learning for data processing in 2018</a:t>
            </a:r>
          </a:p>
          <a:p>
            <a:pPr>
              <a:spcAft>
                <a:spcPts val="400"/>
              </a:spcAft>
              <a:defRPr sz="1600">
                <a:solidFill>
                  <a:srgbClr val="404040"/>
                </a:solidFill>
              </a:defRPr>
            </a:pPr>
            <a:r>
              <a:t>The sales team at Elexion has been using a cloud-based data processing system since 2020</a:t>
            </a:r>
          </a:p>
          <a:p>
            <a:pPr>
              <a:spcAft>
                <a:spcPts val="400"/>
              </a:spcAft>
              <a:defRPr sz="1600">
                <a:solidFill>
                  <a:srgbClr val="FF8243"/>
                </a:solidFill>
              </a:defRPr>
            </a:pPr>
            <a:r>
              <a:t>The focus has shifted towards predictive analytics for data processing in recent years</a:t>
            </a:r>
          </a:p>
          <a:p>
            <a:pPr>
              <a:spcAft>
                <a:spcPts val="400"/>
              </a:spcAft>
              <a:defRPr sz="1600">
                <a:solidFill>
                  <a:srgbClr val="404040"/>
                </a:solidFill>
              </a:defRPr>
            </a:pPr>
            <a:r>
              <a:t>Data privacy regulations have influenced the data processing methods in the sales department.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Annual Customer Data Volume: A Deep Dive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annual customer data volume has seen a consistent upward trend industry-wide</a:t>
            </a:r>
          </a:p>
          <a:p>
            <a:pPr>
              <a:spcAft>
                <a:spcPts val="600"/>
              </a:spcAft>
              <a:defRPr sz="1800">
                <a:solidFill>
                  <a:srgbClr val="404040"/>
                </a:solidFill>
              </a:defRPr>
            </a:pPr>
            <a:r>
              <a:t>Significant increase in customer data volume was noted in 2019 due to the launch of new EV models</a:t>
            </a:r>
          </a:p>
          <a:p>
            <a:pPr>
              <a:spcAft>
                <a:spcPts val="600"/>
              </a:spcAft>
              <a:defRPr sz="1800">
                <a:solidFill>
                  <a:srgbClr val="FF8243"/>
                </a:solidFill>
              </a:defRPr>
            </a:pPr>
            <a:r>
              <a:t>Customer data volume varies across different sales channels</a:t>
            </a:r>
          </a:p>
          <a:p>
            <a:pPr>
              <a:spcAft>
                <a:spcPts val="600"/>
              </a:spcAft>
              <a:defRPr sz="1800">
                <a:solidFill>
                  <a:srgbClr val="404040"/>
                </a:solidFill>
              </a:defRPr>
            </a:pPr>
            <a:r>
              <a:t>The sales department has been investing in data storage solutions to accommodate the increasing volume</a:t>
            </a:r>
          </a:p>
          <a:p>
            <a:pPr>
              <a:spcAft>
                <a:spcPts val="600"/>
              </a:spcAft>
              <a:defRPr sz="1800">
                <a:solidFill>
                  <a:srgbClr val="404040"/>
                </a:solidFill>
              </a:defRPr>
            </a:pPr>
            <a:r>
              <a:t>The average customer provides about 50 data points during a vehicle purchase</a:t>
            </a:r>
          </a:p>
          <a:p>
            <a:pPr>
              <a:spcAft>
                <a:spcPts val="600"/>
              </a:spcAft>
              <a:defRPr sz="1800">
                <a:solidFill>
                  <a:srgbClr val="FF8243"/>
                </a:solidFill>
              </a:defRPr>
            </a:pPr>
            <a:r>
              <a:t>Customer data volume fluctuates with seasonal sales trends.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Leveraging Customer Data for Sales Growth</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Customer data is instrumental in personalizing sales strategies</a:t>
            </a:r>
          </a:p>
          <a:p>
            <a:pPr>
              <a:spcAft>
                <a:spcPts val="600"/>
              </a:spcAft>
              <a:defRPr sz="1800">
                <a:solidFill>
                  <a:srgbClr val="404040"/>
                </a:solidFill>
              </a:defRPr>
            </a:pPr>
            <a:r>
              <a:t>The sales team uses customer data to predict market trends and tailor offerings</a:t>
            </a:r>
          </a:p>
          <a:p>
            <a:pPr>
              <a:spcAft>
                <a:spcPts val="600"/>
              </a:spcAft>
              <a:defRPr sz="1800">
                <a:solidFill>
                  <a:srgbClr val="FF8243"/>
                </a:solidFill>
              </a:defRPr>
            </a:pPr>
            <a:r>
              <a:t>Elexion has seen a 15% increase in sales conversion rate due to effective data utilization</a:t>
            </a:r>
          </a:p>
          <a:p>
            <a:pPr>
              <a:spcAft>
                <a:spcPts val="600"/>
              </a:spcAft>
              <a:defRPr sz="1800">
                <a:solidFill>
                  <a:srgbClr val="404040"/>
                </a:solidFill>
              </a:defRPr>
            </a:pPr>
            <a:r>
              <a:t>Customer data analysis has helped identify key demographics for targeted marketing</a:t>
            </a:r>
          </a:p>
          <a:p>
            <a:pPr>
              <a:spcAft>
                <a:spcPts val="600"/>
              </a:spcAft>
              <a:defRPr sz="1800">
                <a:solidFill>
                  <a:srgbClr val="404040"/>
                </a:solidFill>
              </a:defRPr>
            </a:pPr>
            <a:r>
              <a:t>The company uses customer data to refine product designs and features</a:t>
            </a:r>
          </a:p>
          <a:p>
            <a:pPr>
              <a:spcAft>
                <a:spcPts val="600"/>
              </a:spcAft>
              <a:defRPr sz="1800">
                <a:solidFill>
                  <a:srgbClr val="FF8243"/>
                </a:solidFill>
              </a:defRPr>
            </a:pPr>
            <a:r>
              <a:t>Data-driven insights have improved customer retention rate by 20% over the past two years.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Accumulated customer data has proven to be an invaluable asset for our sales strategies. Moving forward, we should prioritize efficient data processing and analysis to drive sales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