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8C00"/>
                </a:solidFill>
              </a:defRPr>
            </a:pPr>
            <a:r>
              <a:t>Impact of Direct-to-Customer Sales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In this presentation, we will explore the potential impact of adopting a direct-to-customer sales model on our sales operations by 2026. We will examine key metrics such as sales cycle duration, conversion rates, and average revenue per customer.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Evolution of Automotive Sales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Recognizing the potential for increased profitability through direct-to-customer sales, as demonstrated by industry peers such as Tesla.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company has made strategic moves to transition to a direct sales model by 2026, with a focus on the North American market.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Elexion Automotive has proactively engaged Jack Morrison &amp; Rachael Pierce, a reputable law firm specializing in the complexities of U.S. automotive franchise law, as of February 2025.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involvement of this legal team will help us navigate state-specific franchise laws, which have posed challenges for direct sales in the past.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strategic move is expected to positively influence sales cycle duration, conversion rates, and average revenue per customer.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Ongoing legal consultation will ensure our sales model remains compliant in all jurisdictions, a critical factor considering the pushback Tesla faced during its direct-sales transition.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shift to direct sales is anticipated to avoid dealer markups, potentially increasing profitability ranging from hundreds to $20,000 per vehicle.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Direct-To-Customer Model: A 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Traditional dealership model involves third-party intermediaries, while direct-to-customer eliminates them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Dealerships offer the advantage of providing immediate access to vehicles for customers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Direct-to-customer sales allow manufacturers to control the customer experience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Dealerships can offer a wider range of services like financing, insurance, and maintenance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Direct-to-customer sales can offer cost savings to customers by eliminating dealer markups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Dealerships model often necessitates a larger inventory, while direct sales can work with a leaner inventory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Impacts on Sales Metrics: A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Adoption of direct-to-customer sales might lead to significant cost savings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Direct sales model could potentially streamline the supply chain process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It could lead to a more controlled and uniform customer experience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Potential legal challenges might arise due to franchise laws in different states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model could lead to a leaner inventory, reducing holding costs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An online-centric sales approach might increase the importance of digital marketing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4682B4"/>
                </a:solidFill>
              </a:defRPr>
            </a:pPr>
            <a:r>
              <a:t>The shift to a direct-to-customer model presents both opportunities and challenges for Elexion Automotive. As we move forward, we need to align our sales strategies to ensure we maximize benefits and mitigate potential risks.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