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LinkedIn Engagement &amp; Sales Performance 2025</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this presentation, we will explore the correlation between LinkedIn engagement and sales performance in 2025. This overview will help us understand the impact of social media on our sales strategies.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Evolving Landscape of Digital Sales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2020, digital sales accounted for 15% of global automotive sales</a:t>
            </a:r>
          </a:p>
          <a:p>
            <a:pPr>
              <a:spcAft>
                <a:spcPts val="600"/>
              </a:spcAft>
              <a:defRPr sz="1800">
                <a:solidFill>
                  <a:srgbClr val="404040"/>
                </a:solidFill>
              </a:defRPr>
            </a:pPr>
            <a:r>
              <a:t>Digital sales channels are increasingly crucial for engaging prospective customers</a:t>
            </a:r>
          </a:p>
          <a:p>
            <a:pPr>
              <a:spcAft>
                <a:spcPts val="600"/>
              </a:spcAft>
              <a:defRPr sz="1800">
                <a:solidFill>
                  <a:srgbClr val="FF6347"/>
                </a:solidFill>
              </a:defRPr>
            </a:pPr>
            <a:r>
              <a:t>Elexion Automotive's website experienced a 25% increase in traffic YoY in 2025</a:t>
            </a:r>
          </a:p>
          <a:p>
            <a:pPr>
              <a:spcAft>
                <a:spcPts val="600"/>
              </a:spcAft>
              <a:defRPr sz="1800">
                <a:solidFill>
                  <a:srgbClr val="404040"/>
                </a:solidFill>
              </a:defRPr>
            </a:pPr>
            <a:r>
              <a:t>Social media ad spend in the automotive industry increased by 30% in 2025</a:t>
            </a:r>
          </a:p>
          <a:p>
            <a:pPr>
              <a:spcAft>
                <a:spcPts val="600"/>
              </a:spcAft>
              <a:defRPr sz="1800">
                <a:solidFill>
                  <a:srgbClr val="404040"/>
                </a:solidFill>
              </a:defRPr>
            </a:pPr>
            <a:r>
              <a:t>Over 35% of Elexion Automotive's leads in 2025 came from digital platforms</a:t>
            </a:r>
          </a:p>
          <a:p>
            <a:pPr>
              <a:spcAft>
                <a:spcPts val="600"/>
              </a:spcAft>
              <a:defRPr sz="1800">
                <a:solidFill>
                  <a:srgbClr val="FF6347"/>
                </a:solidFill>
              </a:defRPr>
            </a:pPr>
            <a:r>
              <a:t>Elexion plans to further invest in digital sales strategies in the future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LinkedIn Engagement Metrics 2025</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LinkedIn has become the go-to platform for B2B marketing and sales</a:t>
            </a:r>
          </a:p>
          <a:p>
            <a:pPr>
              <a:spcAft>
                <a:spcPts val="400"/>
              </a:spcAft>
              <a:defRPr sz="1600">
                <a:solidFill>
                  <a:srgbClr val="404040"/>
                </a:solidFill>
              </a:defRPr>
            </a:pPr>
            <a:r>
              <a:t>LinkedIn's user base grew by 10% in 2025</a:t>
            </a:r>
          </a:p>
          <a:p>
            <a:pPr>
              <a:spcAft>
                <a:spcPts val="400"/>
              </a:spcAft>
              <a:defRPr sz="1600">
                <a:solidFill>
                  <a:srgbClr val="FF6347"/>
                </a:solidFill>
              </a:defRPr>
            </a:pPr>
            <a:r>
              <a:t>The average LinkedIn post in the automotive industry received 50 likes in 2025</a:t>
            </a:r>
          </a:p>
          <a:p>
            <a:pPr>
              <a:spcAft>
                <a:spcPts val="400"/>
              </a:spcAft>
              <a:defRPr sz="1600">
                <a:solidFill>
                  <a:srgbClr val="404040"/>
                </a:solidFill>
              </a:defRPr>
            </a:pPr>
            <a:r>
              <a:t>LinkedIn's algorithm tends to favor posts with high engagement rates</a:t>
            </a:r>
          </a:p>
          <a:p>
            <a:pPr>
              <a:spcAft>
                <a:spcPts val="400"/>
              </a:spcAft>
              <a:defRPr sz="1600">
                <a:solidFill>
                  <a:srgbClr val="404040"/>
                </a:solidFill>
              </a:defRPr>
            </a:pPr>
            <a:r>
              <a:t>Elexion Automotive's official LinkedIn page gained 15% more followers in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Correlation: LinkedIn Engagement &amp; Sales Performance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High LinkedIn engagement rates can lead to higher brand visibility</a:t>
            </a:r>
          </a:p>
          <a:p>
            <a:pPr>
              <a:spcAft>
                <a:spcPts val="600"/>
              </a:spcAft>
              <a:defRPr sz="1800">
                <a:solidFill>
                  <a:srgbClr val="404040"/>
                </a:solidFill>
              </a:defRPr>
            </a:pPr>
            <a:r>
              <a:t>Engagement on LinkedIn can foster trust among potential customers</a:t>
            </a:r>
          </a:p>
          <a:p>
            <a:pPr>
              <a:spcAft>
                <a:spcPts val="600"/>
              </a:spcAft>
              <a:defRPr sz="1800">
                <a:solidFill>
                  <a:srgbClr val="FF6347"/>
                </a:solidFill>
              </a:defRPr>
            </a:pPr>
            <a:r>
              <a:t>Elexion's top-performing sales representatives consistently engage with LinkedIn content</a:t>
            </a:r>
          </a:p>
          <a:p>
            <a:pPr>
              <a:spcAft>
                <a:spcPts val="600"/>
              </a:spcAft>
              <a:defRPr sz="1800">
                <a:solidFill>
                  <a:srgbClr val="404040"/>
                </a:solidFill>
              </a:defRPr>
            </a:pPr>
            <a:r>
              <a:t>A study showed that companies with high LinkedIn engagement tend to see a 20% increase in sales</a:t>
            </a:r>
          </a:p>
          <a:p>
            <a:pPr>
              <a:spcAft>
                <a:spcPts val="600"/>
              </a:spcAft>
              <a:defRPr sz="1800">
                <a:solidFill>
                  <a:srgbClr val="404040"/>
                </a:solidFill>
              </a:defRPr>
            </a:pPr>
            <a:r>
              <a:t>Elexion is implementing a program to encourage more LinkedIn engagement from sales staff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Understanding the relationship between LinkedIn engagement and sales performance allows us to develop effective digital sales strategies. Moving forward, it is crucial to continue improving our social media engagement for better sales performance.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