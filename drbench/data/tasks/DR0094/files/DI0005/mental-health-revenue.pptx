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MediConn's Mental Health Counseling Revenue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in-depth analysis of our revenue from mental health counseling in FY2026. The objective is to understand our performance in this significant area of our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Overview of MediConn's Mental Health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MediConn offers a variety of virtual mental health services including therapy, counseling, and psychiatric evaluations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Launched in 2015, our mental health services have been at the forefront of remote healthcare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We've partnered with 200+ healthcare providers across Canada to deliver these services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state-of-the-art platform ensures secure and confidential consultations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2020, we introduced a new AI-based tool to improve patient diagnosis and treatment plans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Our mental health services department is staffed with 50+ experienced healthcare professionals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We've been recognized by multiple industry awards for our innovative approach to mental health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Financial Performance of Mental Health Counseling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mental health counseling segment has consistently shown robust growth year-on-year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2021, we invested heavily in marketing and training for our counseling services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Our strategic partnerships have allowed us to expand our patient reach and increase revenues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have a strong retention rate with 85% of patients continuing their counseling beyond the initial six months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pricing structure for mental health counseling is competitive, contributing positively to our financial performance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Revenue from mental health counseling forms a significant portion of our overall income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We anticipate further growth in this segment due to increasing awareness and acceptance of mental health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Comparative Analysis of Service Line Revenues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telemedicine consultations for physical health issues generate the highest revenue among our services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Revenue from mental health counseling has been catching up in recent years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Other services like diet and nutrition counseling, physical therapy, and post-operative care also contribute significantly to our revenue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Despite the impact of COVID-19, all our service lines showed resilience and growth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diverse service line portfolio reduces our dependence on any single source of revenue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We are continually exploring new services to add to our portfolio to increase revenue streams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strategic focus is on growing segments that have a high potential for revenue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In FY2026, our mental health counseling services have shown significant financial performance. Based on this analysis, we should strategize to leverage this growth and optimize our service offerings.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