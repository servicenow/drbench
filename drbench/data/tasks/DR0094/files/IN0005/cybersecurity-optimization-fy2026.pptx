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Cybersecurity Optimization in Digital Healthcare FY2026</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MediConn Solutions expands its digital engagement, it's crucial we enhance our cybersecurity measures. This presentation discusses our strategy for optimizing data protection in FY2026.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Evolving Cyber Threats in Digital Healthcare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our FY2025 security audit, there was identification of 7 major system threats that pose a critical risk to our data security.</a:t>
            </a:r>
          </a:p>
          <a:p>
            <a:pPr>
              <a:spcAft>
                <a:spcPts val="400"/>
              </a:spcAft>
              <a:defRPr sz="1600">
                <a:solidFill>
                  <a:srgbClr val="404040"/>
                </a:solidFill>
              </a:defRPr>
            </a:pPr>
            <a:r>
              <a:t>Additionally, 18 vulnerabilities of a medium-level nature were discovered during the audit, pointing towards areas requiring immediate attention.</a:t>
            </a:r>
          </a:p>
          <a:p>
            <a:pPr>
              <a:spcAft>
                <a:spcPts val="400"/>
              </a:spcAft>
              <a:defRPr sz="1600">
                <a:solidFill>
                  <a:srgbClr val="FF8C00"/>
                </a:solidFill>
              </a:defRPr>
            </a:pPr>
            <a:r>
              <a:t>The audit findings indicate an immediate need to prioritize patching and threat mitigation efforts in FY2026 to address these vulnerabilities.</a:t>
            </a:r>
          </a:p>
          <a:p>
            <a:pPr>
              <a:spcAft>
                <a:spcPts val="400"/>
              </a:spcAft>
              <a:defRPr sz="1600">
                <a:solidFill>
                  <a:srgbClr val="404040"/>
                </a:solidFill>
              </a:defRPr>
            </a:pPr>
            <a:r>
              <a:t>The critical and medium-level vulnerabilities combined present a potential threat to our digital engagement and operational efficiency.</a:t>
            </a:r>
          </a:p>
          <a:p>
            <a:pPr>
              <a:spcAft>
                <a:spcPts val="400"/>
              </a:spcAft>
              <a:defRPr sz="1600">
                <a:solidFill>
                  <a:srgbClr val="404040"/>
                </a:solidFill>
              </a:defRPr>
            </a:pPr>
            <a:r>
              <a:t>It is essential to invest in advanced threat detection and prevention technologies to mitigate these vulnerabilities.</a:t>
            </a:r>
          </a:p>
          <a:p>
            <a:pPr>
              <a:spcAft>
                <a:spcPts val="400"/>
              </a:spcAft>
              <a:defRPr sz="1600">
                <a:solidFill>
                  <a:srgbClr val="FF8C00"/>
                </a:solidFill>
              </a:defRPr>
            </a:pPr>
            <a:r>
              <a:t>Strengthening our internal security controls can better safeguard our systems and patient data.</a:t>
            </a:r>
          </a:p>
          <a:p>
            <a:pPr>
              <a:spcAft>
                <a:spcPts val="400"/>
              </a:spcAft>
              <a:defRPr sz="1600">
                <a:solidFill>
                  <a:srgbClr val="404040"/>
                </a:solidFill>
              </a:defRPr>
            </a:pPr>
            <a:r>
              <a:t>Ongoing staff training on cybersecurity best practices will also play an essential role in preventing future vulnerabilities.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Proposed Cybersecurity Enhancements for FY2026</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Overview of the potential implementation of AI-based cybersecurity solutions</a:t>
            </a:r>
          </a:p>
          <a:p>
            <a:pPr>
              <a:spcAft>
                <a:spcPts val="400"/>
              </a:spcAft>
              <a:defRPr sz="1600">
                <a:solidFill>
                  <a:srgbClr val="404040"/>
                </a:solidFill>
              </a:defRPr>
            </a:pPr>
            <a:r>
              <a:t>Discussion on the pros and cons of adopting blockchain technology for data security</a:t>
            </a:r>
          </a:p>
          <a:p>
            <a:pPr>
              <a:spcAft>
                <a:spcPts val="400"/>
              </a:spcAft>
              <a:defRPr sz="1600">
                <a:solidFill>
                  <a:srgbClr val="FF8C00"/>
                </a:solidFill>
              </a:defRPr>
            </a:pPr>
            <a:r>
              <a:t>Analysis of the benefits of transitioning to a Zero Trust security model</a:t>
            </a:r>
          </a:p>
          <a:p>
            <a:pPr>
              <a:spcAft>
                <a:spcPts val="400"/>
              </a:spcAft>
              <a:defRPr sz="1600">
                <a:solidFill>
                  <a:srgbClr val="404040"/>
                </a:solidFill>
              </a:defRPr>
            </a:pPr>
            <a:r>
              <a:t>Examination of the impact of continuous security awareness training for employees</a:t>
            </a:r>
          </a:p>
          <a:p>
            <a:pPr>
              <a:spcAft>
                <a:spcPts val="400"/>
              </a:spcAft>
              <a:defRPr sz="1600">
                <a:solidFill>
                  <a:srgbClr val="404040"/>
                </a:solidFill>
              </a:defRPr>
            </a:pPr>
            <a:r>
              <a:t>Overview of the potential use of biometric authentication methods for data protection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Impact of Enhanced Cybersecurity on Operational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Analysis of how effective cybersecurity can reduce downtime caused by cyber attacks</a:t>
            </a:r>
          </a:p>
          <a:p>
            <a:pPr>
              <a:spcAft>
                <a:spcPts val="600"/>
              </a:spcAft>
              <a:defRPr sz="1800">
                <a:solidFill>
                  <a:srgbClr val="404040"/>
                </a:solidFill>
              </a:defRPr>
            </a:pPr>
            <a:r>
              <a:t>Discussion on the role of cybersecurity in maintaining patient trust and reputation</a:t>
            </a:r>
          </a:p>
          <a:p>
            <a:pPr>
              <a:spcAft>
                <a:spcPts val="600"/>
              </a:spcAft>
              <a:defRPr sz="1800">
                <a:solidFill>
                  <a:srgbClr val="FF8C00"/>
                </a:solidFill>
              </a:defRPr>
            </a:pPr>
            <a:r>
              <a:t>Examination of the financial benefits of preventing data breaches through enhanced security</a:t>
            </a:r>
          </a:p>
          <a:p>
            <a:pPr>
              <a:spcAft>
                <a:spcPts val="600"/>
              </a:spcAft>
              <a:defRPr sz="1800">
                <a:solidFill>
                  <a:srgbClr val="404040"/>
                </a:solidFill>
              </a:defRPr>
            </a:pPr>
            <a:r>
              <a:t>Overview of the potential productivity gains from a secure digital environment</a:t>
            </a:r>
          </a:p>
          <a:p>
            <a:pPr>
              <a:spcAft>
                <a:spcPts val="600"/>
              </a:spcAft>
              <a:defRPr sz="1800">
                <a:solidFill>
                  <a:srgbClr val="404040"/>
                </a:solidFill>
              </a:defRPr>
            </a:pPr>
            <a:r>
              <a:t>Discussion on the positive impact of cybersecurity on regulatory compliance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Implementing these cybersecurity enhancements will not only protect our data but also boost our operational efficiency. Let's move forward with these proposals to ensure MediConn's sustained growth in the digital healthcare industry.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