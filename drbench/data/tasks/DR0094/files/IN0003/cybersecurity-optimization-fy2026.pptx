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Optimizing Cybersecurity in Digital Healthcare FY2026</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move towards a more digitally connected healthcare industry, the importance of robust cybersecurity and data protection cannot be overstated. This presentation outlines our strategic approach for enhancing security measures in FY2026.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Assessing Current Cybersecurity Landscape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FY2025, 22% of our total IT expenditure, approximating to $4.5M CAD, was assigned to fortifying our cybersecurity ecosystem</a:t>
            </a:r>
          </a:p>
          <a:p>
            <a:pPr>
              <a:spcAft>
                <a:spcPts val="400"/>
              </a:spcAft>
              <a:defRPr sz="1600">
                <a:solidFill>
                  <a:srgbClr val="404040"/>
                </a:solidFill>
              </a:defRPr>
            </a:pPr>
            <a:r>
              <a:t>This strategic investment signifies our commitment towards data protection amid the digital transformation wave in healthcare</a:t>
            </a:r>
          </a:p>
          <a:p>
            <a:pPr>
              <a:spcAft>
                <a:spcPts val="400"/>
              </a:spcAft>
              <a:defRPr sz="1600">
                <a:solidFill>
                  <a:srgbClr val="FF8C00"/>
                </a:solidFill>
              </a:defRPr>
            </a:pPr>
            <a:r>
              <a:t>Our financial commitment in cybersecurity aligns us with industry standards and best practices in data security</a:t>
            </a:r>
          </a:p>
          <a:p>
            <a:pPr>
              <a:spcAft>
                <a:spcPts val="400"/>
              </a:spcAft>
              <a:defRPr sz="1600">
                <a:solidFill>
                  <a:srgbClr val="404040"/>
                </a:solidFill>
              </a:defRPr>
            </a:pPr>
            <a:r>
              <a:t>As we transition into FY2026, it's crucial to assess the efficacy of this allocation and identify areas demanding further investment</a:t>
            </a:r>
          </a:p>
          <a:p>
            <a:pPr>
              <a:spcAft>
                <a:spcPts val="400"/>
              </a:spcAft>
              <a:defRPr sz="1600">
                <a:solidFill>
                  <a:srgbClr val="404040"/>
                </a:solidFill>
              </a:defRPr>
            </a:pPr>
            <a:r>
              <a:t>The current IT budgeting strategy will be revisited in FY2026 to ensure we continue to optimize cybersecurity and data protection</a:t>
            </a:r>
          </a:p>
          <a:p>
            <a:pPr>
              <a:spcAft>
                <a:spcPts val="400"/>
              </a:spcAft>
              <a:defRPr sz="1600">
                <a:solidFill>
                  <a:srgbClr val="FF8C00"/>
                </a:solidFill>
              </a:defRPr>
            </a:pPr>
            <a:r>
              <a:t>We must also consider external factors such as the evolving threat landscape and industry standards in our budget allocation</a:t>
            </a:r>
          </a:p>
          <a:p>
            <a:pPr>
              <a:spcAft>
                <a:spcPts val="400"/>
              </a:spcAft>
              <a:defRPr sz="1600">
                <a:solidFill>
                  <a:srgbClr val="404040"/>
                </a:solidFill>
              </a:defRPr>
            </a:pPr>
            <a:r>
              <a:t>Our investment in cybersecurity is also a significant part of our commitment to ensuring operational efficiency and secure digital engagement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Cybersecurity Enhancement Strategies for FY2026</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importance of continuous employee training to avoid phishing attacks</a:t>
            </a:r>
          </a:p>
          <a:p>
            <a:pPr>
              <a:spcAft>
                <a:spcPts val="600"/>
              </a:spcAft>
              <a:defRPr sz="1800">
                <a:solidFill>
                  <a:srgbClr val="404040"/>
                </a:solidFill>
              </a:defRPr>
            </a:pPr>
            <a:r>
              <a:t>The potential of AI and machine learning to predict and mitigate cyber threats</a:t>
            </a:r>
          </a:p>
          <a:p>
            <a:pPr>
              <a:spcAft>
                <a:spcPts val="600"/>
              </a:spcAft>
              <a:defRPr sz="1800">
                <a:solidFill>
                  <a:srgbClr val="FF8C00"/>
                </a:solidFill>
              </a:defRPr>
            </a:pPr>
            <a:r>
              <a:t>The role of multi-factor authentication in enhancing cybersecurity</a:t>
            </a:r>
          </a:p>
          <a:p>
            <a:pPr>
              <a:spcAft>
                <a:spcPts val="600"/>
              </a:spcAft>
              <a:defRPr sz="1800">
                <a:solidFill>
                  <a:srgbClr val="404040"/>
                </a:solidFill>
              </a:defRPr>
            </a:pPr>
            <a:r>
              <a:t>The need for regular security audits to identify potential vulnerabilities</a:t>
            </a:r>
          </a:p>
          <a:p>
            <a:pPr>
              <a:spcAft>
                <a:spcPts val="600"/>
              </a:spcAft>
              <a:defRPr sz="1800">
                <a:solidFill>
                  <a:srgbClr val="404040"/>
                </a:solidFill>
              </a:defRPr>
            </a:pPr>
            <a:r>
              <a:t>The benefits of cloud-based security solutions</a:t>
            </a:r>
          </a:p>
          <a:p>
            <a:pPr>
              <a:spcAft>
                <a:spcPts val="600"/>
              </a:spcAft>
              <a:defRPr sz="1800">
                <a:solidFill>
                  <a:srgbClr val="FF8C00"/>
                </a:solidFill>
              </a:defRPr>
            </a:pPr>
            <a:r>
              <a:t>The importance of having a robust incident response plan in place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Balancing Digital Engagement and Data Protection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role of encryption in protecting patient data</a:t>
            </a:r>
          </a:p>
          <a:p>
            <a:pPr>
              <a:spcAft>
                <a:spcPts val="600"/>
              </a:spcAft>
              <a:defRPr sz="1800">
                <a:solidFill>
                  <a:srgbClr val="404040"/>
                </a:solidFill>
              </a:defRPr>
            </a:pPr>
            <a:r>
              <a:t>The impact of data breaches on patient trust and brand reputation</a:t>
            </a:r>
          </a:p>
          <a:p>
            <a:pPr>
              <a:spcAft>
                <a:spcPts val="600"/>
              </a:spcAft>
              <a:defRPr sz="1800">
                <a:solidFill>
                  <a:srgbClr val="FF8C00"/>
                </a:solidFill>
              </a:defRPr>
            </a:pPr>
            <a:r>
              <a:t>The importance of secure data sharing for collaborative healthcare</a:t>
            </a:r>
          </a:p>
          <a:p>
            <a:pPr>
              <a:spcAft>
                <a:spcPts val="600"/>
              </a:spcAft>
              <a:defRPr sz="1800">
                <a:solidFill>
                  <a:srgbClr val="404040"/>
                </a:solidFill>
              </a:defRPr>
            </a:pPr>
            <a:r>
              <a:t>The potential of blockchain technology in healthcare data protection</a:t>
            </a:r>
          </a:p>
          <a:p>
            <a:pPr>
              <a:spcAft>
                <a:spcPts val="600"/>
              </a:spcAft>
              <a:defRPr sz="1800">
                <a:solidFill>
                  <a:srgbClr val="404040"/>
                </a:solidFill>
              </a:defRPr>
            </a:pPr>
            <a:r>
              <a:t>The challenges of maintaining data privacy while promoting digital engagement</a:t>
            </a:r>
          </a:p>
          <a:p>
            <a:pPr>
              <a:spcAft>
                <a:spcPts val="600"/>
              </a:spcAft>
              <a:defRPr sz="1800">
                <a:solidFill>
                  <a:srgbClr val="FF8C00"/>
                </a:solidFill>
              </a:defRPr>
            </a:pPr>
            <a:r>
              <a:t>The role of consent management in patient data protection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By assessing our current cybersecurity protocols and implementing strategic enhancements, we can ensure optimal data protection while promoting digital engagement. Let's move forward with these strategies to bolster our security infrastructure and maintain our industry leadership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