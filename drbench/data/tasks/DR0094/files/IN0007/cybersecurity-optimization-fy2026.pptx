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Cybersecurity Optimization for Digital Healthcare FY2026</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progress into FY2026, MediConn's digital footprint is expanding rapidly. It is imperative to ensure our cybersecurity measures and data protection protocols align with our growth.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Evolving Cybersecurity Threats in Virtual Healthcare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An anticipated 42% surge in digital engagement for FY2026, encompassing virtual consultations, chat interactions, and mobile app usage, amplifies the need for robust cybersecurity measures.</a:t>
            </a:r>
          </a:p>
          <a:p>
            <a:pPr>
              <a:spcAft>
                <a:spcPts val="400"/>
              </a:spcAft>
              <a:defRPr sz="1600">
                <a:solidFill>
                  <a:srgbClr val="404040"/>
                </a:solidFill>
              </a:defRPr>
            </a:pPr>
            <a:r>
              <a:t>The rapid pace of digital transformation in healthcare necessitates strengthening our information security protocols to protect sensitive patient data.</a:t>
            </a:r>
          </a:p>
          <a:p>
            <a:pPr>
              <a:spcAft>
                <a:spcPts val="400"/>
              </a:spcAft>
              <a:defRPr sz="1600">
                <a:solidFill>
                  <a:srgbClr val="FFC000"/>
                </a:solidFill>
              </a:defRPr>
            </a:pPr>
            <a:r>
              <a:t>The rise in digital interactions can potentially increase the attack surface for cyber threats, emphasizing the need for advanced threat detection and response systems.</a:t>
            </a:r>
          </a:p>
          <a:p>
            <a:pPr>
              <a:spcAft>
                <a:spcPts val="400"/>
              </a:spcAft>
              <a:defRPr sz="1600">
                <a:solidFill>
                  <a:srgbClr val="404040"/>
                </a:solidFill>
              </a:defRPr>
            </a:pPr>
            <a:r>
              <a:t>To assure uninterrupted services, it is vital to adopt stringent cybersecurity controls capable of withstanding the increased digital traffic.</a:t>
            </a:r>
          </a:p>
          <a:p>
            <a:pPr>
              <a:spcAft>
                <a:spcPts val="400"/>
              </a:spcAft>
              <a:defRPr sz="1600">
                <a:solidFill>
                  <a:srgbClr val="404040"/>
                </a:solidFill>
              </a:defRPr>
            </a:pPr>
            <a:r>
              <a:t>As digital engagement continues to grow, it is critical to invest in cybersecurity capabilities that align with the industry's digital innovation.</a:t>
            </a:r>
          </a:p>
          <a:p>
            <a:pPr>
              <a:spcAft>
                <a:spcPts val="400"/>
              </a:spcAft>
              <a:defRPr sz="1600">
                <a:solidFill>
                  <a:srgbClr val="FFC000"/>
                </a:solidFill>
              </a:defRPr>
            </a:pPr>
            <a:r>
              <a:t>The strategic plan for FY2026 should prioritize cybersecurity infrastructure upgrades to match the pace of digital engagement growth.</a:t>
            </a:r>
          </a:p>
          <a:p>
            <a:pPr>
              <a:spcAft>
                <a:spcPts val="400"/>
              </a:spcAft>
              <a:defRPr sz="1600">
                <a:solidFill>
                  <a:srgbClr val="404040"/>
                </a:solidFill>
              </a:defRPr>
            </a:pPr>
            <a:r>
              <a:t>A comprehensive review of existing data protection policies is needed to identify potential vulnerabilities in the face of surging digital interactions.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Optimizing MediConn's Cybersecurity Infrastructure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IT department is planning a system upgrade in Q3 2026</a:t>
            </a:r>
          </a:p>
          <a:p>
            <a:pPr>
              <a:spcAft>
                <a:spcPts val="600"/>
              </a:spcAft>
              <a:defRPr sz="1800">
                <a:solidFill>
                  <a:srgbClr val="404040"/>
                </a:solidFill>
              </a:defRPr>
            </a:pPr>
            <a:r>
              <a:t>MediConn has invested $2M in cybersecurity infrastructure in the past 5 years</a:t>
            </a:r>
          </a:p>
          <a:p>
            <a:pPr>
              <a:spcAft>
                <a:spcPts val="600"/>
              </a:spcAft>
              <a:defRPr sz="1800">
                <a:solidFill>
                  <a:srgbClr val="FFC000"/>
                </a:solidFill>
              </a:defRPr>
            </a:pPr>
            <a:r>
              <a:t>MediConn's cybersecurity team has grown by 20% since 2022</a:t>
            </a:r>
          </a:p>
          <a:p>
            <a:pPr>
              <a:spcAft>
                <a:spcPts val="600"/>
              </a:spcAft>
              <a:defRPr sz="1800">
                <a:solidFill>
                  <a:srgbClr val="404040"/>
                </a:solidFill>
              </a:defRPr>
            </a:pPr>
            <a:r>
              <a:t>We have implemented a new firewall system in Q1 2025</a:t>
            </a:r>
          </a:p>
          <a:p>
            <a:pPr>
              <a:spcAft>
                <a:spcPts val="600"/>
              </a:spcAft>
              <a:defRPr sz="1800">
                <a:solidFill>
                  <a:srgbClr val="404040"/>
                </a:solidFill>
              </a:defRPr>
            </a:pPr>
            <a:r>
              <a:t>MediConn will be implementing a mandatory two-factor authentication for all employees in Q2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Balancing Digital Engagement with Data Protection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MediConn's digital platform engagement has seen a 25% increase in 2025</a:t>
            </a:r>
          </a:p>
          <a:p>
            <a:pPr>
              <a:spcAft>
                <a:spcPts val="600"/>
              </a:spcAft>
              <a:defRPr sz="1800">
                <a:solidFill>
                  <a:srgbClr val="404040"/>
                </a:solidFill>
              </a:defRPr>
            </a:pPr>
            <a:r>
              <a:t>We had a 15% decrease in data breaches in 2025 after launching our new security awareness campaign</a:t>
            </a:r>
          </a:p>
          <a:p>
            <a:pPr>
              <a:spcAft>
                <a:spcPts val="600"/>
              </a:spcAft>
              <a:defRPr sz="1800">
                <a:solidFill>
                  <a:srgbClr val="FFC000"/>
                </a:solidFill>
              </a:defRPr>
            </a:pPr>
            <a:r>
              <a:t>MediConn is considering the use of AI-based data protection tools in 2027</a:t>
            </a:r>
          </a:p>
          <a:p>
            <a:pPr>
              <a:spcAft>
                <a:spcPts val="600"/>
              </a:spcAft>
              <a:defRPr sz="1800">
                <a:solidFill>
                  <a:srgbClr val="404040"/>
                </a:solidFill>
              </a:defRPr>
            </a:pPr>
            <a:r>
              <a:t>The company saw a 10% increase in patient satisfaction scores after updating our privacy policy in Q4 2025</a:t>
            </a:r>
          </a:p>
          <a:p>
            <a:pPr>
              <a:spcAft>
                <a:spcPts val="600"/>
              </a:spcAft>
              <a:defRPr sz="1800">
                <a:solidFill>
                  <a:srgbClr val="404040"/>
                </a:solidFill>
              </a:defRPr>
            </a:pPr>
            <a:r>
              <a:t>In 2025, there was a decline in data breaches in sectors using encryption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In conclusion, adopting a proactive approach to cybersecurity can bolster MediConn's digital engagement and operational efficiency. Let’s prioritize these actions to ensure our systems remain secure as we continue to expand our virtual healthcare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