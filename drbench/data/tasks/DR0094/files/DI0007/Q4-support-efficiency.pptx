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Q4 2025 Customer Support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be exploring the efficiency of our customer support in Q4 2025. Our focus will be on the resolution of inquiries within a 24-hour timeframe.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Overview of Customer Support Inquiries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Total number of customer inquiries increased by 20% from 2024 to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60% of inquiries were related to software usability issues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25% of inquiries were related to hardware integration problems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15% of inquiries were about billing and payment issues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Around 10% of inquiries were repetitive, indicating a need for better FAQ resources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The average response time to inquiries was 12 hours in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High influx of inquiries was noticed during peak hours of 10 AM - 2 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Breakdown of Q4 2025 Support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During Q4 2025, we experienced a seasonal increase in support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software-related resolutions saw a 15% improvement from Q3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Hardware-related inquiries took longer to resolve due to the need for third-party involvement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Billing issues were generally resolved within the same day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Customer Support department introduced a new ticketing system in Q4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The new system improved tracking and categorizing of support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Non-urgent inquiries were automatically scheduled for resolution within 48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Comparative Analysis of Q3 vs Q4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Overall resolution rate improved by 8% from Q3 to Q4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time taken to resolve hardware-related issues decreased by 20% in Q4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Software-related inquiries saw a 10% improvement in resolution time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introduction of the new ticketing system improved response rate by 15%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Billing-related inquiries saw a slight increase in resolution time due to end of year audits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Customer satisfaction scores improved by 5% from Q3 to Q4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To improve our customer experience, it's crucial that we continue to monitor and enhance our support resolution times. Let's identify potential areas for improvement and implement changes in the upcoming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