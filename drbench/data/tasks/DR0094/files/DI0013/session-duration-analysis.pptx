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Telehealth Session Duration Analysis FY2025</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Welcome everyone, we're going to explore some performance metrics from the last fiscal year. Specifically, we'll focus on the average duration of telehealth sessions across our platforms.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Overview of Telehealth Usage in FY2025</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MediConn's telehealth users increased by 10% in FY2025</a:t>
            </a:r>
          </a:p>
          <a:p>
            <a:pPr>
              <a:spcAft>
                <a:spcPts val="600"/>
              </a:spcAft>
              <a:defRPr sz="1800">
                <a:solidFill>
                  <a:srgbClr val="404040"/>
                </a:solidFill>
              </a:defRPr>
            </a:pPr>
            <a:r>
              <a:t>The most significant growth was observed in the geriatric patient demographic</a:t>
            </a:r>
          </a:p>
          <a:p>
            <a:pPr>
              <a:spcAft>
                <a:spcPts val="600"/>
              </a:spcAft>
              <a:defRPr sz="1800">
                <a:solidFill>
                  <a:srgbClr val="FFD700"/>
                </a:solidFill>
              </a:defRPr>
            </a:pPr>
            <a:r>
              <a:t>The platform was used for over 100,000 consultations in FY2025</a:t>
            </a:r>
          </a:p>
          <a:p>
            <a:pPr>
              <a:spcAft>
                <a:spcPts val="600"/>
              </a:spcAft>
              <a:defRPr sz="1800">
                <a:solidFill>
                  <a:srgbClr val="404040"/>
                </a:solidFill>
              </a:defRPr>
            </a:pPr>
            <a:r>
              <a:t>The customer retention rate was 75% in FY2025</a:t>
            </a:r>
          </a:p>
          <a:p>
            <a:pPr>
              <a:spcAft>
                <a:spcPts val="600"/>
              </a:spcAft>
              <a:defRPr sz="1800">
                <a:solidFill>
                  <a:srgbClr val="404040"/>
                </a:solidFill>
              </a:defRPr>
            </a:pPr>
            <a:r>
              <a:t>The platform was accessed from over 20 different countries</a:t>
            </a:r>
          </a:p>
          <a:p>
            <a:pPr>
              <a:spcAft>
                <a:spcPts val="600"/>
              </a:spcAft>
              <a:defRPr sz="1800">
                <a:solidFill>
                  <a:srgbClr val="FFD700"/>
                </a:solidFill>
              </a:defRPr>
            </a:pPr>
            <a:r>
              <a:t>30% of sessions were conducted outside traditional working hours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Average Duration of Telehealth Sessions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Session duration varies widely based on the nature of the consultation</a:t>
            </a:r>
          </a:p>
          <a:p>
            <a:pPr>
              <a:spcAft>
                <a:spcPts val="600"/>
              </a:spcAft>
              <a:defRPr sz="1800">
                <a:solidFill>
                  <a:srgbClr val="404040"/>
                </a:solidFill>
              </a:defRPr>
            </a:pPr>
            <a:r>
              <a:t>Emergency consultations generally have longer durations than routine check-ups</a:t>
            </a:r>
          </a:p>
          <a:p>
            <a:pPr>
              <a:spcAft>
                <a:spcPts val="600"/>
              </a:spcAft>
              <a:defRPr sz="1800">
                <a:solidFill>
                  <a:srgbClr val="FFD700"/>
                </a:solidFill>
              </a:defRPr>
            </a:pPr>
            <a:r>
              <a:t>Technical issues can impact the duration of a session</a:t>
            </a:r>
          </a:p>
          <a:p>
            <a:pPr>
              <a:spcAft>
                <a:spcPts val="600"/>
              </a:spcAft>
              <a:defRPr sz="1800">
                <a:solidFill>
                  <a:srgbClr val="404040"/>
                </a:solidFill>
              </a:defRPr>
            </a:pPr>
            <a:r>
              <a:t>Duration may be influenced by the patient's comfort with technology</a:t>
            </a:r>
          </a:p>
          <a:p>
            <a:pPr>
              <a:spcAft>
                <a:spcPts val="600"/>
              </a:spcAft>
              <a:defRPr sz="1800">
                <a:solidFill>
                  <a:srgbClr val="404040"/>
                </a:solidFill>
              </a:defRPr>
            </a:pPr>
            <a:r>
              <a:t>Sessions conducted after working hours typically have longer durations</a:t>
            </a:r>
          </a:p>
          <a:p>
            <a:pPr>
              <a:spcAft>
                <a:spcPts val="600"/>
              </a:spcAft>
              <a:defRPr sz="1800">
                <a:solidFill>
                  <a:srgbClr val="FFD700"/>
                </a:solidFill>
              </a:defRPr>
            </a:pPr>
            <a:r>
              <a:t>Training and user familiarization can help reduce session duration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Impact of Session Duration on User Satisfaction</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User satisfaction may decrease if sessions are too long due to fatigue</a:t>
            </a:r>
          </a:p>
          <a:p>
            <a:pPr>
              <a:spcAft>
                <a:spcPts val="400"/>
              </a:spcAft>
              <a:defRPr sz="1600">
                <a:solidFill>
                  <a:srgbClr val="404040"/>
                </a:solidFill>
              </a:defRPr>
            </a:pPr>
            <a:r>
              <a:t>Short, concise sessions are preferred for routine check-ups</a:t>
            </a:r>
          </a:p>
          <a:p>
            <a:pPr>
              <a:spcAft>
                <a:spcPts val="400"/>
              </a:spcAft>
              <a:defRPr sz="1600">
                <a:solidFill>
                  <a:srgbClr val="FFD700"/>
                </a:solidFill>
              </a:defRPr>
            </a:pPr>
            <a:r>
              <a:t>User satisfaction can be influenced by the doctor's ability to effectively communicate within the given session duration</a:t>
            </a:r>
          </a:p>
          <a:p>
            <a:pPr>
              <a:spcAft>
                <a:spcPts val="400"/>
              </a:spcAft>
              <a:defRPr sz="1600">
                <a:solidFill>
                  <a:srgbClr val="404040"/>
                </a:solidFill>
              </a:defRPr>
            </a:pPr>
            <a:r>
              <a:t>Satisfaction ratings generally increase when sessions end with clear next steps</a:t>
            </a:r>
          </a:p>
          <a:p>
            <a:pPr>
              <a:spcAft>
                <a:spcPts val="400"/>
              </a:spcAft>
              <a:defRPr sz="1600">
                <a:solidFill>
                  <a:srgbClr val="404040"/>
                </a:solidFill>
              </a:defRPr>
            </a:pPr>
            <a:r>
              <a:t>Dissatisfaction may arise from perceived wasted time in longer sessions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In conclusion, understanding the average duration of our telehealth sessions can inform our strategies to improve user experience. We should continue to monitor these metrics and aim to enhance our services based on user feedback.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