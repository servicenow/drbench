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Analyzing Mobile Access of Medical Records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We will be discussing how our platform's mobile app has been utilized in FY2025, particularly focusing on accessing medical records. This data will provide valuable insights for our user engagement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MediConn Mobile App Usage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Mobile app launched in Q2, 2018, targeting a seamless patient experience</a:t>
            </a:r>
          </a:p>
          <a:p>
            <a:pPr>
              <a:spcAft>
                <a:spcPts val="600"/>
              </a:spcAft>
              <a:defRPr sz="1800">
                <a:solidFill>
                  <a:srgbClr val="404040"/>
                </a:solidFill>
              </a:defRPr>
            </a:pPr>
            <a:r>
              <a:t>App downloads have increased by 35% in FY2025 compared to FY2024</a:t>
            </a:r>
          </a:p>
          <a:p>
            <a:pPr>
              <a:spcAft>
                <a:spcPts val="600"/>
              </a:spcAft>
              <a:defRPr sz="1800">
                <a:solidFill>
                  <a:srgbClr val="FFA500"/>
                </a:solidFill>
              </a:defRPr>
            </a:pPr>
            <a:r>
              <a:t>The app is rated 4.5/5 on the Apple App Store and 4.2/5 on Google Play Store</a:t>
            </a:r>
          </a:p>
          <a:p>
            <a:pPr>
              <a:spcAft>
                <a:spcPts val="600"/>
              </a:spcAft>
              <a:defRPr sz="1800">
                <a:solidFill>
                  <a:srgbClr val="404040"/>
                </a:solidFill>
              </a:defRPr>
            </a:pPr>
            <a:r>
              <a:t>65% of our user base is from North America, with the rest scattered globally</a:t>
            </a:r>
          </a:p>
          <a:p>
            <a:pPr>
              <a:spcAft>
                <a:spcPts val="600"/>
              </a:spcAft>
              <a:defRPr sz="1800">
                <a:solidFill>
                  <a:srgbClr val="404040"/>
                </a:solidFill>
              </a:defRPr>
            </a:pPr>
            <a:r>
              <a:t>The app has facilitated over 1 million consultations in FY2025</a:t>
            </a:r>
          </a:p>
          <a:p>
            <a:pPr>
              <a:spcAft>
                <a:spcPts val="600"/>
              </a:spcAft>
              <a:defRPr sz="1800">
                <a:solidFill>
                  <a:srgbClr val="FFA500"/>
                </a:solidFill>
              </a:defRPr>
            </a:pPr>
            <a:r>
              <a:t>The app allows consultations, prescription renewals, and access to medical records</a:t>
            </a:r>
          </a:p>
          <a:p>
            <a:pPr>
              <a:spcAft>
                <a:spcPts val="600"/>
              </a:spcAft>
              <a:defRPr sz="1800">
                <a:solidFill>
                  <a:srgbClr val="404040"/>
                </a:solidFill>
              </a:defRPr>
            </a:pPr>
            <a:r>
              <a:t>Users have reported a 90% satisfaction rate with the mobile 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User Access of Medical Records via Mobile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Medical records are encrypted and securely stored in our cloud-based servers</a:t>
            </a:r>
          </a:p>
          <a:p>
            <a:pPr>
              <a:spcAft>
                <a:spcPts val="600"/>
              </a:spcAft>
              <a:defRPr sz="1800">
                <a:solidFill>
                  <a:srgbClr val="404040"/>
                </a:solidFill>
              </a:defRPr>
            </a:pPr>
            <a:r>
              <a:t>User-friendly interface allows easy access to medical records</a:t>
            </a:r>
          </a:p>
          <a:p>
            <a:pPr>
              <a:spcAft>
                <a:spcPts val="600"/>
              </a:spcAft>
              <a:defRPr sz="1800">
                <a:solidFill>
                  <a:srgbClr val="FFA500"/>
                </a:solidFill>
              </a:defRPr>
            </a:pPr>
            <a:r>
              <a:t>Option to download and print medical records was introduced in Q1, 2025</a:t>
            </a:r>
          </a:p>
          <a:p>
            <a:pPr>
              <a:spcAft>
                <a:spcPts val="600"/>
              </a:spcAft>
              <a:defRPr sz="1800">
                <a:solidFill>
                  <a:srgbClr val="404040"/>
                </a:solidFill>
              </a:defRPr>
            </a:pPr>
            <a:r>
              <a:t>Users can share their medical records with their healthcare providers via the app</a:t>
            </a:r>
          </a:p>
          <a:p>
            <a:pPr>
              <a:spcAft>
                <a:spcPts val="600"/>
              </a:spcAft>
              <a:defRPr sz="1800">
                <a:solidFill>
                  <a:srgbClr val="404040"/>
                </a:solidFill>
              </a:defRPr>
            </a:pPr>
            <a:r>
              <a:t>In FY2025, our platform saw a 20% increase in users accessing their medical records</a:t>
            </a:r>
          </a:p>
          <a:p>
            <a:pPr>
              <a:spcAft>
                <a:spcPts val="600"/>
              </a:spcAft>
              <a:defRPr sz="1800">
                <a:solidFill>
                  <a:srgbClr val="FFA500"/>
                </a:solidFill>
              </a:defRPr>
            </a:pPr>
            <a:r>
              <a:t>A significant number of users have reported the ease of accessing medical records as a key benefit of the 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Implications and Future Strategy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strategy focuses on enhancing the user experience and implementing user feedback</a:t>
            </a:r>
          </a:p>
          <a:p>
            <a:pPr>
              <a:spcAft>
                <a:spcPts val="400"/>
              </a:spcAft>
              <a:defRPr sz="1600">
                <a:solidFill>
                  <a:srgbClr val="404040"/>
                </a:solidFill>
              </a:defRPr>
            </a:pPr>
            <a:r>
              <a:t>We aim to expand our global user base by 25% in FY2026</a:t>
            </a:r>
          </a:p>
          <a:p>
            <a:pPr>
              <a:spcAft>
                <a:spcPts val="400"/>
              </a:spcAft>
              <a:defRPr sz="1600">
                <a:solidFill>
                  <a:srgbClr val="FFA500"/>
                </a:solidFill>
              </a:defRPr>
            </a:pPr>
            <a:r>
              <a:t>Future updates will include the integration of wearable health data into medical records</a:t>
            </a:r>
          </a:p>
          <a:p>
            <a:pPr>
              <a:spcAft>
                <a:spcPts val="400"/>
              </a:spcAft>
              <a:defRPr sz="1600">
                <a:solidFill>
                  <a:srgbClr val="404040"/>
                </a:solidFill>
              </a:defRPr>
            </a:pPr>
            <a:r>
              <a:t>We plan on investing an additional 15% in R&amp;D to improve the mobile app functionality</a:t>
            </a:r>
          </a:p>
          <a:p>
            <a:pPr>
              <a:spcAft>
                <a:spcPts val="400"/>
              </a:spcAft>
              <a:defRPr sz="1600">
                <a:solidFill>
                  <a:srgbClr val="404040"/>
                </a:solidFill>
              </a:defRPr>
            </a:pPr>
            <a:r>
              <a:t>Our strategy includes partnering with more healthcare providers for seamless integration</a:t>
            </a:r>
          </a:p>
          <a:p>
            <a:pPr>
              <a:spcAft>
                <a:spcPts val="400"/>
              </a:spcAft>
              <a:defRPr sz="1600">
                <a:solidFill>
                  <a:srgbClr val="FFA500"/>
                </a:solidFill>
              </a:defRPr>
            </a:pPr>
            <a:r>
              <a:t>We anticipate the trend of accessing medical records via mobile to continue growing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Our understanding of how users interact with their medical records via our mobile app is crucial for future development. We will continue to analyze data trends and user feedback to enhance our platform's functionalities and user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