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7030A0"/>
                </a:solidFill>
              </a:defRPr>
            </a:pPr>
            <a:r>
              <a:t>Harnessing AI for Proactive EV Diagnostics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prepare for the EU's 2035 zero-emissions policy, it's critical to leverage advanced technology for optimal vehicle performance. This presentation explores how AI can enhance our predictive diagnostics, enabling us to preemptively address potential electric vehicle (EV) issues.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Current EV Technology and Associated Challenges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As of August 2024, Elexion's IT department has been actively exploring AI integration into our EV infrastructure.</a:t>
            </a:r>
          </a:p>
          <a:p>
            <a:pPr>
              <a:spcAft>
                <a:spcPts val="400"/>
              </a:spcAft>
              <a:defRPr sz="1600">
                <a:solidFill>
                  <a:srgbClr val="404040"/>
                </a:solidFill>
              </a:defRPr>
            </a:pPr>
            <a:r>
              <a:t>AI's potential to enhance EV battery life has been identified as a key area of research within Elexion.</a:t>
            </a:r>
          </a:p>
          <a:p>
            <a:pPr>
              <a:spcAft>
                <a:spcPts val="400"/>
              </a:spcAft>
              <a:defRPr sz="1600">
                <a:solidFill>
                  <a:srgbClr val="FFC000"/>
                </a:solidFill>
              </a:defRPr>
            </a:pPr>
            <a:r>
              <a:t>Utilizing AI, we can monitor variables such as temperature, voltage, and current, that have a direct impact on battery performance.</a:t>
            </a:r>
          </a:p>
          <a:p>
            <a:pPr>
              <a:spcAft>
                <a:spcPts val="400"/>
              </a:spcAft>
              <a:defRPr sz="1600">
                <a:solidFill>
                  <a:srgbClr val="404040"/>
                </a:solidFill>
              </a:defRPr>
            </a:pPr>
            <a:r>
              <a:t>The findings indicate that these variables, when managed effectively, can significantly extend battery life.</a:t>
            </a:r>
          </a:p>
          <a:p>
            <a:pPr>
              <a:spcAft>
                <a:spcPts val="400"/>
              </a:spcAft>
              <a:defRPr sz="1600">
                <a:solidFill>
                  <a:srgbClr val="404040"/>
                </a:solidFill>
              </a:defRPr>
            </a:pPr>
            <a:r>
              <a:t>Adaptive charging strategies enabled by AI could potentially increase EV battery range by up to 10%, according to external research.</a:t>
            </a:r>
          </a:p>
          <a:p>
            <a:pPr>
              <a:spcAft>
                <a:spcPts val="400"/>
              </a:spcAft>
              <a:defRPr sz="1600">
                <a:solidFill>
                  <a:srgbClr val="FFC000"/>
                </a:solidFill>
              </a:defRPr>
            </a:pPr>
            <a:r>
              <a:t>An increase in battery life and range could be a competitive advantage when EU's zero emissions policy takes effect in 2035.</a:t>
            </a:r>
          </a:p>
          <a:p>
            <a:pPr>
              <a:spcAft>
                <a:spcPts val="400"/>
              </a:spcAft>
              <a:defRPr sz="1600">
                <a:solidFill>
                  <a:srgbClr val="404040"/>
                </a:solidFill>
              </a:defRPr>
            </a:pPr>
            <a:r>
              <a:t>Additional research and development in AI integration will be vital for preemptive issue identification and resolution in our EVs.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Predictive Diagnostics: An AI-Powered Approach</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Predictive diagnostics can detect potential malfunctions or failures in vehicle components</a:t>
            </a:r>
          </a:p>
          <a:p>
            <a:pPr>
              <a:spcAft>
                <a:spcPts val="600"/>
              </a:spcAft>
              <a:defRPr sz="1800">
                <a:solidFill>
                  <a:srgbClr val="404040"/>
                </a:solidFill>
              </a:defRPr>
            </a:pPr>
            <a:r>
              <a:t>AI-powered diagnostic systems analyze data from sensors embedded in vehicles</a:t>
            </a:r>
          </a:p>
          <a:p>
            <a:pPr>
              <a:spcAft>
                <a:spcPts val="600"/>
              </a:spcAft>
              <a:defRPr sz="1800">
                <a:solidFill>
                  <a:srgbClr val="FFC000"/>
                </a:solidFill>
              </a:defRPr>
            </a:pPr>
            <a:r>
              <a:t>Machine Learning algorithms can be trained using historical data to predict future failures</a:t>
            </a:r>
          </a:p>
          <a:p>
            <a:pPr>
              <a:spcAft>
                <a:spcPts val="600"/>
              </a:spcAft>
              <a:defRPr sz="1800">
                <a:solidFill>
                  <a:srgbClr val="404040"/>
                </a:solidFill>
              </a:defRPr>
            </a:pPr>
            <a:r>
              <a:t>These systems can provide real-time alerts to drivers, enabling preventative maintenance</a:t>
            </a:r>
          </a:p>
          <a:p>
            <a:pPr>
              <a:spcAft>
                <a:spcPts val="600"/>
              </a:spcAft>
              <a:defRPr sz="1800">
                <a:solidFill>
                  <a:srgbClr val="404040"/>
                </a:solidFill>
              </a:defRPr>
            </a:pPr>
            <a:r>
              <a:t>Predictive diagnostics can be integrated with vehicle infotainment systems for a seamless user experience</a:t>
            </a:r>
          </a:p>
          <a:p>
            <a:pPr>
              <a:spcAft>
                <a:spcPts val="600"/>
              </a:spcAft>
              <a:defRPr sz="1800">
                <a:solidFill>
                  <a:srgbClr val="FFC000"/>
                </a:solidFill>
              </a:defRPr>
            </a:pPr>
            <a:r>
              <a:t>The implementation of AI in predictive diagnostics requires substantial investment in data infrastructure and talent acquisition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Benefits and Implementation of AI in Proactive Diagnostics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AI can reduce vehicle downtime by predicting and addressing issues before they escalate</a:t>
            </a:r>
          </a:p>
          <a:p>
            <a:pPr>
              <a:spcAft>
                <a:spcPts val="600"/>
              </a:spcAft>
              <a:defRPr sz="1800">
                <a:solidFill>
                  <a:srgbClr val="404040"/>
                </a:solidFill>
              </a:defRPr>
            </a:pPr>
            <a:r>
              <a:t>Proactive diagnostics can improve customer satisfaction by reducing unexpected breakdowns</a:t>
            </a:r>
          </a:p>
          <a:p>
            <a:pPr>
              <a:spcAft>
                <a:spcPts val="600"/>
              </a:spcAft>
              <a:defRPr sz="1800">
                <a:solidFill>
                  <a:srgbClr val="FFC000"/>
                </a:solidFill>
              </a:defRPr>
            </a:pPr>
            <a:r>
              <a:t>AI can improve the efficiency of maintenance operations by identifying the need for service before a failure occurs</a:t>
            </a:r>
          </a:p>
          <a:p>
            <a:pPr>
              <a:spcAft>
                <a:spcPts val="600"/>
              </a:spcAft>
              <a:defRPr sz="1800">
                <a:solidFill>
                  <a:srgbClr val="404040"/>
                </a:solidFill>
              </a:defRPr>
            </a:pPr>
            <a:r>
              <a:t>Implementing AI in diagnostics requires building a robust data pipeline to handle real-time vehicle data</a:t>
            </a:r>
          </a:p>
          <a:p>
            <a:pPr>
              <a:spcAft>
                <a:spcPts val="600"/>
              </a:spcAft>
              <a:defRPr sz="1800">
                <a:solidFill>
                  <a:srgbClr val="404040"/>
                </a:solidFill>
              </a:defRPr>
            </a:pPr>
            <a:r>
              <a:t>Elexion's Engineering and Technology department can collaborate with the IT department to ensure smooth implementation of AI diagnostics</a:t>
            </a:r>
          </a:p>
          <a:p>
            <a:pPr>
              <a:spcAft>
                <a:spcPts val="600"/>
              </a:spcAft>
              <a:defRPr sz="1800">
                <a:solidFill>
                  <a:srgbClr val="FFC000"/>
                </a:solidFill>
              </a:defRPr>
            </a:pPr>
            <a:r>
              <a:t>The company must be ready to invest in training its workforce to handle AI tools and systems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Incorporating AI into our diagnostics processes can help us identify potential EV problems before they escalate. This proactive approach will ensure our compliance with EU's 2035 zero-emissions policy, while also enhancing our customer satisfaction and trust.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