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Customer Refunds and Product Quality Review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provide exceptional value to our customers, it's crucial that we examine the quality of our products. This presentation will delve into the frequency and reasons for customer refunds due to spoilt or damaged goods.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Customer Refunds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2023, Lee's Market revised its customer refunds policy to better align with industry standards</a:t>
            </a:r>
          </a:p>
          <a:p>
            <a:pPr>
              <a:spcAft>
                <a:spcPts val="400"/>
              </a:spcAft>
              <a:defRPr sz="1600">
                <a:solidFill>
                  <a:srgbClr val="404040"/>
                </a:solidFill>
              </a:defRPr>
            </a:pPr>
            <a:r>
              <a:t>A new department was created in 2021 to handle customer refund requests</a:t>
            </a:r>
          </a:p>
          <a:p>
            <a:pPr>
              <a:spcAft>
                <a:spcPts val="400"/>
              </a:spcAft>
              <a:defRPr sz="1600">
                <a:solidFill>
                  <a:srgbClr val="FF8C00"/>
                </a:solidFill>
              </a:defRPr>
            </a:pPr>
            <a:r>
              <a:t>The average processing time for a refund is 3-5 business days</a:t>
            </a:r>
          </a:p>
          <a:p>
            <a:pPr>
              <a:spcAft>
                <a:spcPts val="400"/>
              </a:spcAft>
              <a:defRPr sz="1600">
                <a:solidFill>
                  <a:srgbClr val="404040"/>
                </a:solidFill>
              </a:defRPr>
            </a:pPr>
            <a:r>
              <a:t>In 2023, customer refunds accounted for approximately 1% of total sales</a:t>
            </a:r>
          </a:p>
          <a:p>
            <a:pPr>
              <a:spcAft>
                <a:spcPts val="400"/>
              </a:spcAft>
              <a:defRPr sz="1600">
                <a:solidFill>
                  <a:srgbClr val="404040"/>
                </a:solidFill>
              </a:defRPr>
            </a:pPr>
            <a:r>
              <a:t>Lee's Market's refund policy extends to both in-store and online purchases</a:t>
            </a:r>
          </a:p>
          <a:p>
            <a:pPr>
              <a:spcAft>
                <a:spcPts val="400"/>
              </a:spcAft>
              <a:defRPr sz="1600">
                <a:solidFill>
                  <a:srgbClr val="FF8C00"/>
                </a:solidFill>
              </a:defRPr>
            </a:pPr>
            <a:r>
              <a:t>The company has seen a 10% reduction in refund requests since implementing its new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Detailed Analysis of Goods-Related Refunds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majority of refund requests are due to customer dissatisfaction, not product quality</a:t>
            </a:r>
          </a:p>
          <a:p>
            <a:pPr>
              <a:spcAft>
                <a:spcPts val="600"/>
              </a:spcAft>
              <a:defRPr sz="1800">
                <a:solidFill>
                  <a:srgbClr val="404040"/>
                </a:solidFill>
              </a:defRPr>
            </a:pPr>
            <a:r>
              <a:t>Lee's Market has stringent systems in place to ensure product quality and minimize the need for refunds</a:t>
            </a:r>
          </a:p>
          <a:p>
            <a:pPr>
              <a:spcAft>
                <a:spcPts val="600"/>
              </a:spcAft>
              <a:defRPr sz="1800">
                <a:solidFill>
                  <a:srgbClr val="FF8C00"/>
                </a:solidFill>
              </a:defRPr>
            </a:pPr>
            <a:r>
              <a:t>As part of the company's commitment to quality, all goods are inspected before being put on the shelves</a:t>
            </a:r>
          </a:p>
          <a:p>
            <a:pPr>
              <a:spcAft>
                <a:spcPts val="600"/>
              </a:spcAft>
              <a:defRPr sz="1800">
                <a:solidFill>
                  <a:srgbClr val="404040"/>
                </a:solidFill>
              </a:defRPr>
            </a:pPr>
            <a:r>
              <a:t>The company has invested in advanced storage facilities to maintain the freshness of goods</a:t>
            </a:r>
          </a:p>
          <a:p>
            <a:pPr>
              <a:spcAft>
                <a:spcPts val="600"/>
              </a:spcAft>
              <a:defRPr sz="1800">
                <a:solidFill>
                  <a:srgbClr val="404040"/>
                </a:solidFill>
              </a:defRPr>
            </a:pPr>
            <a:r>
              <a:t>Training programs are in place to ensure staff understand the importance of product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Impact of Refunds on Customer Satisfaction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satisfaction surveys indicate that most customers are satisfied with the refund process</a:t>
            </a:r>
          </a:p>
          <a:p>
            <a:pPr>
              <a:spcAft>
                <a:spcPts val="600"/>
              </a:spcAft>
              <a:defRPr sz="1800">
                <a:solidFill>
                  <a:srgbClr val="404040"/>
                </a:solidFill>
              </a:defRPr>
            </a:pPr>
            <a:r>
              <a:t>In 2023, Lee's Market introduced an online refund request form to simplify the process for customers</a:t>
            </a:r>
          </a:p>
          <a:p>
            <a:pPr>
              <a:spcAft>
                <a:spcPts val="600"/>
              </a:spcAft>
              <a:defRPr sz="1800">
                <a:solidFill>
                  <a:srgbClr val="FF8C00"/>
                </a:solidFill>
              </a:defRPr>
            </a:pPr>
            <a:r>
              <a:t>The company's customer service team is trained to handle refund requests in a courteous and professional manner</a:t>
            </a:r>
          </a:p>
          <a:p>
            <a:pPr>
              <a:spcAft>
                <a:spcPts val="600"/>
              </a:spcAft>
              <a:defRPr sz="1800">
                <a:solidFill>
                  <a:srgbClr val="404040"/>
                </a:solidFill>
              </a:defRPr>
            </a:pPr>
            <a:r>
              <a:t>A dedicated customer service hotline was launched in 2022 to handle refund-related inquiries</a:t>
            </a:r>
          </a:p>
          <a:p>
            <a:pPr>
              <a:spcAft>
                <a:spcPts val="600"/>
              </a:spcAft>
              <a:defRPr sz="1800">
                <a:solidFill>
                  <a:srgbClr val="404040"/>
                </a:solidFill>
              </a:defRPr>
            </a:pPr>
            <a:r>
              <a:t>Customer satisfaction scores have improved by 15% since the introduction of the new refund policy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Our goal should be to reduce the number of refunds related to spoilt or damaged goods. Let's continue focusing on improving our quality control process and engage with suppliers to minimize these incidents.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