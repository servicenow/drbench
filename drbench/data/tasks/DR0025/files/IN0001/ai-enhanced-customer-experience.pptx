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70C0"/>
                </a:solidFill>
              </a:defRPr>
            </a:pPr>
            <a:r>
              <a:t>Enhancing Customer Experience with AI Tools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As we strive to improve our customer service operations, we explore the potential of AI tools to personalize the Lee's Market shopping experience. Let's examine how chatbots and conversational AI can revolutionize our customer interactions and self-service capabilities.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Current State of Customer Service Operations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Internal data reveals a trend wherein 30% of our clientele, as of July 15, 2025, preferred to switch to human assistance after initiating interactions with our AI chatbot.</a:t>
            </a:r>
          </a:p>
          <a:p>
            <a:pPr>
              <a:spcAft>
                <a:spcPts val="400"/>
              </a:spcAft>
              <a:defRPr sz="1600">
                <a:solidFill>
                  <a:srgbClr val="404040"/>
                </a:solidFill>
              </a:defRPr>
            </a:pPr>
            <a:r>
              <a:t>This data implies potential challenges in our AI chatbot's ability to meet specific customer needs.</a:t>
            </a:r>
          </a:p>
          <a:p>
            <a:pPr>
              <a:spcAft>
                <a:spcPts val="400"/>
              </a:spcAft>
              <a:defRPr sz="1600">
                <a:solidFill>
                  <a:srgbClr val="FFC000"/>
                </a:solidFill>
              </a:defRPr>
            </a:pPr>
            <a:r>
              <a:t>The Grocery Doppio report indicates that 62% of shoppers find value in AI tools such as chats or virtual assistants for quick assistance and real-time support.</a:t>
            </a:r>
          </a:p>
          <a:p>
            <a:pPr>
              <a:spcAft>
                <a:spcPts val="400"/>
              </a:spcAft>
              <a:defRPr sz="1600">
                <a:solidFill>
                  <a:srgbClr val="404040"/>
                </a:solidFill>
              </a:defRPr>
            </a:pPr>
            <a:r>
              <a:t>Despite this, our current data suggests a gap between customer expectations and the capabilities of our AI tools.</a:t>
            </a:r>
          </a:p>
          <a:p>
            <a:pPr>
              <a:spcAft>
                <a:spcPts val="400"/>
              </a:spcAft>
              <a:defRPr sz="1600">
                <a:solidFill>
                  <a:srgbClr val="404040"/>
                </a:solidFill>
              </a:defRPr>
            </a:pPr>
            <a:r>
              <a:t>The global chatbot market is projected to grow to $10.5 billion by 2026, a 23.5% CAGR, according to the Grocery Doppio report.</a:t>
            </a:r>
          </a:p>
          <a:p>
            <a:pPr>
              <a:spcAft>
                <a:spcPts val="400"/>
              </a:spcAft>
              <a:defRPr sz="1600">
                <a:solidFill>
                  <a:srgbClr val="FFC000"/>
                </a:solidFill>
              </a:defRPr>
            </a:pPr>
            <a:r>
              <a:t>This trend signifies the increasing importance and potential of AI tools in enhancing customer service.</a:t>
            </a:r>
          </a:p>
          <a:p>
            <a:pPr>
              <a:spcAft>
                <a:spcPts val="400"/>
              </a:spcAft>
              <a:defRPr sz="1600">
                <a:solidFill>
                  <a:srgbClr val="404040"/>
                </a:solidFill>
              </a:defRPr>
            </a:pPr>
            <a:r>
              <a:t>Our efforts should be directed towards improving our AI chatbot capabilities to meet the growing customer preference for such tools.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Potential of AI in Retail Customer Service</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AI can automate repetitive tasks, freeing up customer service reps for more complex issues</a:t>
            </a:r>
          </a:p>
          <a:p>
            <a:pPr>
              <a:spcAft>
                <a:spcPts val="600"/>
              </a:spcAft>
              <a:defRPr sz="1800">
                <a:solidFill>
                  <a:srgbClr val="404040"/>
                </a:solidFill>
              </a:defRPr>
            </a:pPr>
            <a:r>
              <a:t>AI can predict customer needs based on past behavior, improving service delivery</a:t>
            </a:r>
          </a:p>
          <a:p>
            <a:pPr>
              <a:spcAft>
                <a:spcPts val="600"/>
              </a:spcAft>
              <a:defRPr sz="1800">
                <a:solidFill>
                  <a:srgbClr val="FFC000"/>
                </a:solidFill>
              </a:defRPr>
            </a:pPr>
            <a:r>
              <a:t>Through natural language processing, AI can interpret customer queries more accurately</a:t>
            </a:r>
          </a:p>
          <a:p>
            <a:pPr>
              <a:spcAft>
                <a:spcPts val="600"/>
              </a:spcAft>
              <a:defRPr sz="1800">
                <a:solidFill>
                  <a:srgbClr val="404040"/>
                </a:solidFill>
              </a:defRPr>
            </a:pPr>
            <a:r>
              <a:t>AI can facilitate 24/7 customer service, enhancing accessibility</a:t>
            </a:r>
          </a:p>
          <a:p>
            <a:pPr>
              <a:spcAft>
                <a:spcPts val="600"/>
              </a:spcAft>
              <a:defRPr sz="1800">
                <a:solidFill>
                  <a:srgbClr val="404040"/>
                </a:solidFill>
              </a:defRPr>
            </a:pPr>
            <a:r>
              <a:t>AI can analyze large volumes of customer data for actionable insights</a:t>
            </a:r>
          </a:p>
          <a:p>
            <a:pPr>
              <a:spcAft>
                <a:spcPts val="600"/>
              </a:spcAft>
              <a:defRPr sz="1800">
                <a:solidFill>
                  <a:srgbClr val="FFC000"/>
                </a:solidFill>
              </a:defRPr>
            </a:pPr>
            <a:r>
              <a:t>AI can potentially reduce customer service costs by minimizing human intervention</a:t>
            </a:r>
          </a:p>
          <a:p>
            <a:pPr>
              <a:spcAft>
                <a:spcPts val="600"/>
              </a:spcAft>
              <a:defRPr sz="1800">
                <a:solidFill>
                  <a:srgbClr val="404040"/>
                </a:solidFill>
              </a:defRPr>
            </a:pPr>
            <a:r>
              <a:t>AI solutions can be integrated with existing systems for seamless operation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Implementing AI Tools for Personalized Shopping Experience</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A phased rollout is recommended for implementing AI tools in retail settings</a:t>
            </a:r>
          </a:p>
          <a:p>
            <a:pPr>
              <a:spcAft>
                <a:spcPts val="600"/>
              </a:spcAft>
              <a:defRPr sz="1800">
                <a:solidFill>
                  <a:srgbClr val="404040"/>
                </a:solidFill>
              </a:defRPr>
            </a:pPr>
            <a:r>
              <a:t>Initial implementation can focus on high-traffic areas of the store or website</a:t>
            </a:r>
          </a:p>
          <a:p>
            <a:pPr>
              <a:spcAft>
                <a:spcPts val="600"/>
              </a:spcAft>
              <a:defRPr sz="1800">
                <a:solidFill>
                  <a:srgbClr val="FFC000"/>
                </a:solidFill>
              </a:defRPr>
            </a:pPr>
            <a:r>
              <a:t>Continuous feedback loops with customers can help refine the AI tool's performance</a:t>
            </a:r>
          </a:p>
          <a:p>
            <a:pPr>
              <a:spcAft>
                <a:spcPts val="600"/>
              </a:spcAft>
              <a:defRPr sz="1800">
                <a:solidFill>
                  <a:srgbClr val="404040"/>
                </a:solidFill>
              </a:defRPr>
            </a:pPr>
            <a:r>
              <a:t>Training programs for staff should accompany the implementation process</a:t>
            </a:r>
          </a:p>
          <a:p>
            <a:pPr>
              <a:spcAft>
                <a:spcPts val="600"/>
              </a:spcAft>
              <a:defRPr sz="1800">
                <a:solidFill>
                  <a:srgbClr val="404040"/>
                </a:solidFill>
              </a:defRPr>
            </a:pPr>
            <a:r>
              <a:t>A dedicated team should oversee the implementation to ensure alignment with business goals</a:t>
            </a:r>
          </a:p>
          <a:p>
            <a:pPr>
              <a:spcAft>
                <a:spcPts val="600"/>
              </a:spcAft>
              <a:defRPr sz="1800">
                <a:solidFill>
                  <a:srgbClr val="FFC000"/>
                </a:solidFill>
              </a:defRPr>
            </a:pPr>
            <a:r>
              <a:t>Regular progress reports should be shared with stakeholders to maintain transparency</a:t>
            </a:r>
          </a:p>
          <a:p>
            <a:pPr>
              <a:spcAft>
                <a:spcPts val="600"/>
              </a:spcAft>
              <a:defRPr sz="1800">
                <a:solidFill>
                  <a:srgbClr val="404040"/>
                </a:solidFill>
              </a:defRPr>
            </a:pPr>
            <a:r>
              <a:t>Post-implementation, a change management plan is crucial to ensure smooth transition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C000"/>
                </a:solidFill>
              </a:defRPr>
            </a:pPr>
            <a:r>
              <a:t>Incorporating AI tools into our customer service operations presents an exciting opportunity to offer personalized retail experiences. As next steps, we should prioritize identifying suitable AI vendors and developing a comprehensive implementation roadmap.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