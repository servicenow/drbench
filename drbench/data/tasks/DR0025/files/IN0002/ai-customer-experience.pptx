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008080"/>
                </a:solidFill>
              </a:defRPr>
            </a:pPr>
            <a:r>
              <a:t>AI-Enhanced Customer Experience Strategy</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As part of our ongoing effort to improve Lee's Market's customer experience, this presentation will explore the potential of AI tools for personalizing the shopping journey. We will delve into how chatbots and conversational AI can optimize our online and in-store service offerings.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Current State of Customer Service at Lee's Market</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Our internal analytics showcase a notable online consumer usage of our product search tool, with approximately 55% of our e-shoppers leveraging it as of October 1, 2024.</a:t>
            </a:r>
          </a:p>
          <a:p>
            <a:pPr>
              <a:spcAft>
                <a:spcPts val="400"/>
              </a:spcAft>
              <a:defRPr sz="1600">
                <a:solidFill>
                  <a:srgbClr val="404040"/>
                </a:solidFill>
              </a:defRPr>
            </a:pPr>
            <a:r>
              <a:t>However, only a fraction of these users, less than 20%, utilize the recipes or meal suggestions feature when purchasing groceries online.</a:t>
            </a:r>
          </a:p>
          <a:p>
            <a:pPr>
              <a:spcAft>
                <a:spcPts val="400"/>
              </a:spcAft>
              <a:defRPr sz="1600">
                <a:solidFill>
                  <a:srgbClr val="FF6347"/>
                </a:solidFill>
              </a:defRPr>
            </a:pPr>
            <a:r>
              <a:t>This data suggests there is room to enhance customer engagement with our online features, particularly the recipe suggestions.</a:t>
            </a:r>
          </a:p>
          <a:p>
            <a:pPr>
              <a:spcAft>
                <a:spcPts val="400"/>
              </a:spcAft>
              <a:defRPr sz="1600">
                <a:solidFill>
                  <a:srgbClr val="404040"/>
                </a:solidFill>
              </a:defRPr>
            </a:pPr>
            <a:r>
              <a:t>The underutilization of the recipe feature could be an opportunity to incorporate AI chatbots and conversational AI for personalized recipe suggestions.</a:t>
            </a:r>
          </a:p>
          <a:p>
            <a:pPr>
              <a:spcAft>
                <a:spcPts val="400"/>
              </a:spcAft>
              <a:defRPr sz="1600">
                <a:solidFill>
                  <a:srgbClr val="404040"/>
                </a:solidFill>
              </a:defRPr>
            </a:pPr>
            <a:r>
              <a:t>With the global chatbot market predicted to rise significantly by 2026, there's potential for Lee's Market to leverage this technology to improve customer service.</a:t>
            </a:r>
          </a:p>
          <a:p>
            <a:pPr>
              <a:spcAft>
                <a:spcPts val="400"/>
              </a:spcAft>
              <a:defRPr sz="1600">
                <a:solidFill>
                  <a:srgbClr val="FF6347"/>
                </a:solidFill>
              </a:defRPr>
            </a:pPr>
            <a:r>
              <a:t>Given that over 60% of grocery shoppers prefer automated tools for real-time support, implementing AI tools can meet customer expectations and improve their shopping experience.</a:t>
            </a:r>
          </a:p>
          <a:p>
            <a:pPr>
              <a:spcAft>
                <a:spcPts val="400"/>
              </a:spcAft>
              <a:defRPr sz="1600">
                <a:solidFill>
                  <a:srgbClr val="404040"/>
                </a:solidFill>
              </a:defRPr>
            </a:pPr>
            <a:r>
              <a:t>Our strategy going forward should focus on personalizing shoppers' experiences through advanced AI tools to increase the usage of online features.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Potential of AI Tools in Retail</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AI can streamline supply chain management and inventory control</a:t>
            </a:r>
          </a:p>
          <a:p>
            <a:pPr>
              <a:spcAft>
                <a:spcPts val="400"/>
              </a:spcAft>
              <a:defRPr sz="1600">
                <a:solidFill>
                  <a:srgbClr val="404040"/>
                </a:solidFill>
              </a:defRPr>
            </a:pPr>
            <a:r>
              <a:t>AI can help analyze customer behavior and preferences to optimize store layout</a:t>
            </a:r>
          </a:p>
          <a:p>
            <a:pPr>
              <a:spcAft>
                <a:spcPts val="400"/>
              </a:spcAft>
              <a:defRPr sz="1600">
                <a:solidFill>
                  <a:srgbClr val="FF6347"/>
                </a:solidFill>
              </a:defRPr>
            </a:pPr>
            <a:r>
              <a:t>AI can enhance security with advanced surveillance systems</a:t>
            </a:r>
          </a:p>
          <a:p>
            <a:pPr>
              <a:spcAft>
                <a:spcPts val="400"/>
              </a:spcAft>
              <a:defRPr sz="1600">
                <a:solidFill>
                  <a:srgbClr val="404040"/>
                </a:solidFill>
              </a:defRPr>
            </a:pPr>
            <a:r>
              <a:t>AI can significantly reduce checkout times with automated payment systems</a:t>
            </a:r>
          </a:p>
          <a:p>
            <a:pPr>
              <a:spcAft>
                <a:spcPts val="400"/>
              </a:spcAft>
              <a:defRPr sz="1600">
                <a:solidFill>
                  <a:srgbClr val="404040"/>
                </a:solidFill>
              </a:defRPr>
            </a:pPr>
            <a:r>
              <a:t>AI can improve demand forecasting accuracy, reducing stockouts and overstock situations</a:t>
            </a:r>
          </a:p>
          <a:p>
            <a:pPr>
              <a:spcAft>
                <a:spcPts val="400"/>
              </a:spcAft>
              <a:defRPr sz="1600">
                <a:solidFill>
                  <a:srgbClr val="FF6347"/>
                </a:solidFill>
              </a:defRPr>
            </a:pPr>
            <a:r>
              <a:t>AI can facilitate a more personalized shopping experience with data-driven recommendations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Personalizing Lee's Market Experience with AI</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AI can help to curate personalized product recommendations for each customer</a:t>
            </a:r>
          </a:p>
          <a:p>
            <a:pPr>
              <a:spcAft>
                <a:spcPts val="600"/>
              </a:spcAft>
              <a:defRPr sz="1800">
                <a:solidFill>
                  <a:srgbClr val="404040"/>
                </a:solidFill>
              </a:defRPr>
            </a:pPr>
            <a:r>
              <a:t>AI can enable targeted promotional campaigns based on customer shopping history</a:t>
            </a:r>
          </a:p>
          <a:p>
            <a:pPr>
              <a:spcAft>
                <a:spcPts val="600"/>
              </a:spcAft>
              <a:defRPr sz="1800">
                <a:solidFill>
                  <a:srgbClr val="FF6347"/>
                </a:solidFill>
              </a:defRPr>
            </a:pPr>
            <a:r>
              <a:t>AI can provide personalized shopping lists and meal planning suggestions</a:t>
            </a:r>
          </a:p>
          <a:p>
            <a:pPr>
              <a:spcAft>
                <a:spcPts val="600"/>
              </a:spcAft>
              <a:defRPr sz="1800">
                <a:solidFill>
                  <a:srgbClr val="404040"/>
                </a:solidFill>
              </a:defRPr>
            </a:pPr>
            <a:r>
              <a:t>AI can help to create personalized in-store experiences with digital signage</a:t>
            </a:r>
          </a:p>
          <a:p>
            <a:pPr>
              <a:spcAft>
                <a:spcPts val="600"/>
              </a:spcAft>
              <a:defRPr sz="1800">
                <a:solidFill>
                  <a:srgbClr val="404040"/>
                </a:solidFill>
              </a:defRPr>
            </a:pPr>
            <a:r>
              <a:t>AI can enable dynamic pricing strategies based on customer loyalty and purchase history</a:t>
            </a:r>
          </a:p>
          <a:p>
            <a:pPr>
              <a:spcAft>
                <a:spcPts val="600"/>
              </a:spcAft>
              <a:defRPr sz="1800">
                <a:solidFill>
                  <a:srgbClr val="FF6347"/>
                </a:solidFill>
              </a:defRPr>
            </a:pPr>
            <a:r>
              <a:t>AI can help to improve the mobile shopping experience with personalized interfaces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6347"/>
                </a:solidFill>
              </a:defRPr>
            </a:pPr>
            <a:r>
              <a:t>Utilizing AI tools, including chatbots and conversational AI, could dramatically enhance Lee's Market's customer experience. As we move forward, our focus should be on integrating these tools effectively, ensuring they align with our brand's ethos and meet customer needs.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