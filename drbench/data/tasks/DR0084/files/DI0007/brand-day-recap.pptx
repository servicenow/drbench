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400" b="1">
                <a:solidFill>
                  <a:srgbClr val="0070C0"/>
                </a:solidFill>
              </a:defRPr>
            </a:pPr>
            <a:r>
              <a:t>Brand Day Visual Identity Recap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70C0"/>
                </a:solidFill>
              </a:defRPr>
            </a:pPr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800"/>
              </a:spcAft>
              <a:defRPr sz="1800">
                <a:solidFill>
                  <a:srgbClr val="404040"/>
                </a:solidFill>
              </a:defRPr>
            </a:pPr>
            <a:r>
              <a:t>This presentation provides an overview of the visual elements chosen for our recent annual brand day. It highlights the color theme, visual graphics, and overall aesthetic appeal.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70C0"/>
                </a:solidFill>
              </a:defRPr>
            </a:pPr>
            <a:r>
              <a:t>Brand Day Visual Graphics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The graphics team used advanced design software for creating visual elements</a:t>
            </a:r>
          </a:p>
          <a:p>
            <a:pPr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Our iconography was created in-house and reflects our innovative brand ethos</a:t>
            </a:r>
          </a:p>
          <a:p>
            <a:pPr>
              <a:spcAft>
                <a:spcPts val="600"/>
              </a:spcAft>
              <a:defRPr sz="1800">
                <a:solidFill>
                  <a:srgbClr val="FFC000"/>
                </a:solidFill>
              </a:defRPr>
            </a:pPr>
            <a:r>
              <a:t>3D models of our EVs were incorporated to lend a futuristic appeal</a:t>
            </a:r>
          </a:p>
          <a:p>
            <a:pPr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We deployed a multi-platform approach, optimizing graphics for web, social media, and event signage</a:t>
            </a:r>
          </a:p>
          <a:p>
            <a:pPr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The graphics were tested for visual accessibility, ensuring inclusivity</a:t>
            </a:r>
          </a:p>
          <a:p>
            <a:pPr>
              <a:spcAft>
                <a:spcPts val="600"/>
              </a:spcAft>
              <a:defRPr sz="1800">
                <a:solidFill>
                  <a:srgbClr val="FFC000"/>
                </a:solidFill>
              </a:defRPr>
            </a:pPr>
            <a:r>
              <a:t>We collaborated with the marketing department for the creation of promotional materials</a:t>
            </a:r>
          </a:p>
          <a:p>
            <a:pPr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The visual graphics were finalized two weeks prior to the brand day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70C0"/>
                </a:solidFill>
              </a:defRPr>
            </a:pPr>
            <a:r>
              <a:t>Unveiling the Chosen Color Theme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The color theme was unveiled during the second half of the event</a:t>
            </a:r>
          </a:p>
          <a:p>
            <a:pPr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The unveiling was accompanied by a product demonstration</a:t>
            </a:r>
          </a:p>
          <a:p>
            <a:pPr>
              <a:spcAft>
                <a:spcPts val="600"/>
              </a:spcAft>
              <a:defRPr sz="1800">
                <a:solidFill>
                  <a:srgbClr val="FFC000"/>
                </a:solidFill>
              </a:defRPr>
            </a:pPr>
            <a:r>
              <a:t>The choice was made after considering various factors like brand image, product line, and audience expectations</a:t>
            </a:r>
          </a:p>
          <a:p>
            <a:pPr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The creative team worked for over six weeks on the color theme</a:t>
            </a:r>
          </a:p>
          <a:p>
            <a:pPr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The color theme choice was kept confidential until the brand day to build anticipation</a:t>
            </a:r>
          </a:p>
          <a:p>
            <a:pPr>
              <a:spcAft>
                <a:spcPts val="600"/>
              </a:spcAft>
              <a:defRPr sz="1800">
                <a:solidFill>
                  <a:srgbClr val="FFC000"/>
                </a:solidFill>
              </a:defRPr>
            </a:pPr>
            <a:r>
              <a:t>A teaser campaign was run on social media to engage the audience prior to the unveiling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70C0"/>
                </a:solidFill>
              </a:defRPr>
            </a:pPr>
            <a:r>
              <a:t>Brand Day Aesthetics and Audience Response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828800"/>
            <a:ext cx="4114800" cy="3657600"/>
          </a:xfrm>
        </p:spPr>
        <p:txBody>
          <a:bodyPr/>
          <a:lstStyle/>
          <a:p/>
          <a:p>
            <a:pPr>
              <a:spcAft>
                <a:spcPts val="400"/>
              </a:spcAft>
              <a:defRPr sz="1600">
                <a:solidFill>
                  <a:srgbClr val="404040"/>
                </a:solidFill>
              </a:defRPr>
            </a:pPr>
            <a:r>
              <a:t>The event décor was in harmony with the brand's aesthetic values</a:t>
            </a:r>
          </a:p>
          <a:p>
            <a:pPr>
              <a:spcAft>
                <a:spcPts val="400"/>
              </a:spcAft>
              <a:defRPr sz="1600">
                <a:solidFill>
                  <a:srgbClr val="404040"/>
                </a:solidFill>
              </a:defRPr>
            </a:pPr>
            <a:r>
              <a:t>Audience response was measured using post-event surveys</a:t>
            </a:r>
          </a:p>
          <a:p>
            <a:pPr>
              <a:spcAft>
                <a:spcPts val="400"/>
              </a:spcAft>
              <a:defRPr sz="1600">
                <a:solidFill>
                  <a:srgbClr val="FFC000"/>
                </a:solidFill>
              </a:defRPr>
            </a:pPr>
            <a:r>
              <a:t>Over 85% of the attendees rated the aesthetics as excellent</a:t>
            </a:r>
          </a:p>
          <a:p>
            <a:pPr>
              <a:spcAft>
                <a:spcPts val="400"/>
              </a:spcAft>
              <a:defRPr sz="1600">
                <a:solidFill>
                  <a:srgbClr val="404040"/>
                </a:solidFill>
              </a:defRPr>
            </a:pPr>
            <a:r>
              <a:t>The lighting and music were tailored to enhance the overall aesthetic experience</a:t>
            </a:r>
          </a:p>
          <a:p>
            <a:pPr>
              <a:spcAft>
                <a:spcPts val="400"/>
              </a:spcAft>
              <a:defRPr sz="1600">
                <a:solidFill>
                  <a:srgbClr val="404040"/>
                </a:solidFill>
              </a:defRPr>
            </a:pPr>
            <a:r>
              <a:t>The aesthetics contributed to a 20% increase in social media engagement</a:t>
            </a:r>
          </a:p>
          <a:p>
            <a:pPr>
              <a:spcAft>
                <a:spcPts val="400"/>
              </a:spcAft>
              <a:defRPr sz="1600">
                <a:solidFill>
                  <a:srgbClr val="FFC000"/>
                </a:solidFill>
              </a:defRPr>
            </a:pPr>
            <a:r>
              <a:t>The event's aesthetics were highly appreciated in the post-event press coverage</a:t>
            </a:r>
          </a:p>
          <a:p>
            <a:pPr>
              <a:spcAft>
                <a:spcPts val="400"/>
              </a:spcAft>
              <a:defRPr sz="1600">
                <a:solidFill>
                  <a:srgbClr val="404040"/>
                </a:solidFill>
              </a:defRPr>
            </a:pPr>
            <a:r>
              <a:t>The aesthetic choices were made by a professional event management company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70C0"/>
                </a:solidFill>
              </a:defRPr>
            </a:pPr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800"/>
              </a:spcAft>
              <a:defRPr sz="1800" b="1">
                <a:solidFill>
                  <a:srgbClr val="FFC000"/>
                </a:solidFill>
              </a:defRPr>
            </a:pPr>
            <a:r>
              <a:t>The chosen color theme has significantly contributed to the event's overall aesthetic appeal, generating a positive response from the audience. Moving forward, we should incorporate this theme into our brand's visual identity to maintain consistency.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