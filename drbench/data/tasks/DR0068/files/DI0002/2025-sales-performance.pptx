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Elexion's 2025 Sales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aims to provide an in-depth analysis of Elexion's sales performance in 2025. We will explore the factors that contributed to our sales trend and identify opportunities for future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2025 Market Overview: Electric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Global EV market expected to exceed $900 billion by 2025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China, Europe, and the US are leading the EV market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Strict emission regulations worldwide are driving EV adoption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battery electric vehicle (BEV) segment is anticipated to hold the largest market share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Charging infrastructure, battery prices, and range anxiety remain key challenges in the EV market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EVs are expected to account for over 30% of total vehicle sales by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Key Drivers of Elexion's 2025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Elexion's commitment to sustainability and zero-emission transportation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Advanced user-centric technology in Elexion vehicles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Strong compliance with cross-border regulations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Expanding charging infrastructure and improved battery life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growth of the mid-range EV market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Continual R&amp;D investments to enhance vehicle performance and customer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Elexion's Sales Performance against Competitors in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Elexion's market share in the mid-range EV market is growing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Elexion's EV designs are considered superior by many industry analysts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Elexion's technology partnerships have positioned it competitively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Elexion's vehicles are well-regarded for their safety features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Elexion's customer service and after-sales support are rated highly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Elexion has effectively managed supply chain disruptions in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In 2025, Elexion's sustainable approach to automotive design and compliance with cross-border regulations have significantly contributed to our sales. Moving forward, we need to leverage our strengths and address areas of improvement to maintain our competitive 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