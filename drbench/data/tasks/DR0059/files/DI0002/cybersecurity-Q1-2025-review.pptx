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DC143C"/>
                </a:solidFill>
              </a:defRPr>
            </a:pPr>
            <a:r>
              <a:t>Cybersecurity Measures: Q1 2025 Review</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will provide an overview of our cybersecurity efforts in Q1 2025, focusing on penetration testing conducted on our virtual healthcare platform. It's crucial to understand these activities to ensure the safety of our digital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Overview of Q1 2025 Cybersecurity Activities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Revised and updated MediConn's cybersecurity policies and guidelines</a:t>
            </a:r>
          </a:p>
          <a:p>
            <a:pPr>
              <a:spcAft>
                <a:spcPts val="400"/>
              </a:spcAft>
              <a:defRPr sz="1600">
                <a:solidFill>
                  <a:srgbClr val="404040"/>
                </a:solidFill>
              </a:defRPr>
            </a:pPr>
            <a:r>
              <a:t>Implemented a new two-factor authentication process for all employees</a:t>
            </a:r>
          </a:p>
          <a:p>
            <a:pPr>
              <a:spcAft>
                <a:spcPts val="400"/>
              </a:spcAft>
              <a:defRPr sz="1600">
                <a:solidFill>
                  <a:srgbClr val="FFD700"/>
                </a:solidFill>
              </a:defRPr>
            </a:pPr>
            <a:r>
              <a:t>Launched a cybersecurity awareness program, resulting in a 20% increase in employee training</a:t>
            </a:r>
          </a:p>
          <a:p>
            <a:pPr>
              <a:spcAft>
                <a:spcPts val="400"/>
              </a:spcAft>
              <a:defRPr sz="1600">
                <a:solidFill>
                  <a:srgbClr val="404040"/>
                </a:solidFill>
              </a:defRPr>
            </a:pPr>
            <a:r>
              <a:t>Activated a secure encrypted storage system for patient data</a:t>
            </a:r>
          </a:p>
          <a:p>
            <a:pPr>
              <a:spcAft>
                <a:spcPts val="400"/>
              </a:spcAft>
              <a:defRPr sz="1600">
                <a:solidFill>
                  <a:srgbClr val="404040"/>
                </a:solidFill>
              </a:defRPr>
            </a:pPr>
            <a:r>
              <a:t>Introduced a new security incident response protocol</a:t>
            </a:r>
          </a:p>
          <a:p>
            <a:pPr>
              <a:spcAft>
                <a:spcPts val="400"/>
              </a:spcAft>
              <a:defRPr sz="1600">
                <a:solidFill>
                  <a:srgbClr val="FFD700"/>
                </a:solidFill>
              </a:defRPr>
            </a:pPr>
            <a:r>
              <a:t>Conducted a company-wide cybersecurity risk assessment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Penetration Testing Results and Findings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Discovered a minor vulnerability in the patient login process, which was promptly patched</a:t>
            </a:r>
          </a:p>
          <a:p>
            <a:pPr>
              <a:spcAft>
                <a:spcPts val="400"/>
              </a:spcAft>
              <a:defRPr sz="1600">
                <a:solidFill>
                  <a:srgbClr val="404040"/>
                </a:solidFill>
              </a:defRPr>
            </a:pPr>
            <a:r>
              <a:t>Found that the data encryption process was robust and secure</a:t>
            </a:r>
          </a:p>
          <a:p>
            <a:pPr>
              <a:spcAft>
                <a:spcPts val="400"/>
              </a:spcAft>
              <a:defRPr sz="1600">
                <a:solidFill>
                  <a:srgbClr val="FFD700"/>
                </a:solidFill>
              </a:defRPr>
            </a:pPr>
            <a:r>
              <a:t>Identified a need for improved server security protocols</a:t>
            </a:r>
          </a:p>
          <a:p>
            <a:pPr>
              <a:spcAft>
                <a:spcPts val="400"/>
              </a:spcAft>
              <a:defRPr sz="1600">
                <a:solidFill>
                  <a:srgbClr val="404040"/>
                </a:solidFill>
              </a:defRPr>
            </a:pPr>
            <a:r>
              <a:t>No significant breaches or intrusions were detected in the testing process</a:t>
            </a:r>
          </a:p>
          <a:p>
            <a:pPr>
              <a:spcAft>
                <a:spcPts val="400"/>
              </a:spcAft>
              <a:defRPr sz="1600">
                <a:solidFill>
                  <a:srgbClr val="404040"/>
                </a:solidFill>
              </a:defRPr>
            </a:pPr>
            <a:r>
              <a:t>Ensured the compliance of the system with the latest healthcare data security standards</a:t>
            </a:r>
          </a:p>
          <a:p>
            <a:pPr>
              <a:spcAft>
                <a:spcPts val="400"/>
              </a:spcAft>
              <a:defRPr sz="1600">
                <a:solidFill>
                  <a:srgbClr val="FFD700"/>
                </a:solidFill>
              </a:defRPr>
            </a:pPr>
            <a:r>
              <a:t>Penetration testing showed that the system could manage high traffic volumes without compromising security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Improvement Measures and Next Steps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Plan to conduct regular cybersecurity training for all employees in Q2 2025</a:t>
            </a:r>
          </a:p>
          <a:p>
            <a:pPr>
              <a:spcAft>
                <a:spcPts val="600"/>
              </a:spcAft>
              <a:defRPr sz="1800">
                <a:solidFill>
                  <a:srgbClr val="404040"/>
                </a:solidFill>
              </a:defRPr>
            </a:pPr>
            <a:r>
              <a:t>Aim to implement a more robust incident response protocol in Q3 2025</a:t>
            </a:r>
          </a:p>
          <a:p>
            <a:pPr>
              <a:spcAft>
                <a:spcPts val="600"/>
              </a:spcAft>
              <a:defRPr sz="1800">
                <a:solidFill>
                  <a:srgbClr val="FFD700"/>
                </a:solidFill>
              </a:defRPr>
            </a:pPr>
            <a:r>
              <a:t>Intend to upgrade our encryption algorithms by the end of 2025</a:t>
            </a:r>
          </a:p>
          <a:p>
            <a:pPr>
              <a:spcAft>
                <a:spcPts val="600"/>
              </a:spcAft>
              <a:defRPr sz="1800">
                <a:solidFill>
                  <a:srgbClr val="404040"/>
                </a:solidFill>
              </a:defRPr>
            </a:pPr>
            <a:r>
              <a:t>Preparing for an external cybersecurity audit in Q4 2025</a:t>
            </a:r>
          </a:p>
          <a:p>
            <a:pPr>
              <a:spcAft>
                <a:spcPts val="600"/>
              </a:spcAft>
              <a:defRPr sz="1800">
                <a:solidFill>
                  <a:srgbClr val="404040"/>
                </a:solidFill>
              </a:defRPr>
            </a:pPr>
            <a:r>
              <a:t>Plan to collaborate with a third-party cybersecurity firm for advanced threat detection in the future</a:t>
            </a:r>
          </a:p>
          <a:p>
            <a:pPr>
              <a:spcAft>
                <a:spcPts val="600"/>
              </a:spcAft>
              <a:defRPr sz="1800">
                <a:solidFill>
                  <a:srgbClr val="FFD700"/>
                </a:solidFill>
              </a:defRPr>
            </a:pPr>
            <a:r>
              <a:t>Intend to conduct a comprehensive IT infrastructure review in the next fiscal 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DC143C"/>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D700"/>
                </a:solidFill>
              </a:defRPr>
            </a:pPr>
            <a:r>
              <a:t>Our rigorous penetration testing ensures the security and reliability of our virtual healthcare platform. Moving forward, we will implement identified improvements and continue to prioritize our cybersecurity efforts.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