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Elexion's Equipment Leasing Agreements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an overview of Elexion's equipment leasing agreements and their impact on our production capacity. We will delve into the renewal patterns and strategic implications.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Overview of Elexion's Leasing Agreements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Elexion has 150 active leasing agreements as of June 2025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average duration of lease agreements is 36 months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Most agreements are with manufacturers from Asia and Europe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Leasing agreements cover a wide range of production equipment, from robotics to assembly line machinery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Procurement Department manages the leasing agreement process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Elexion's lease agreements typically include a renewal option after the initial term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Finance team conducts periodic cost-benefit analysis to determine the feasibility of lease renewals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Implications of Lease Renewals on Production Capacity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Lease renewals ensure continuity in production operations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Renewing leases can prevent potential downtime due to equipment unavailability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Lease renewals can be more cost-effective than purchasing new equipment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Regular renewal of leases allows Elexion to leverage the latest technology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Production Department is the primary internal stakeholder in lease renewals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Lease renewals can influence production timelines and output forecasts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Detailed Analysis of Olivia Martinez's Lease Renewals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Olivia Martinez has been with Elexion since 2018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She holds a key role in the Procurement Department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Olivia has a strong track record in negotiating favorable lease terms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She works closely with the Finance and Production Departments in lease renewal decisions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Olivia frequently attends industry conferences to stay updated on the latest leasing trends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She has implemented several process improvements to streamline the lease renewal 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D700"/>
                </a:solidFill>
              </a:defRPr>
            </a:pPr>
            <a:r>
              <a:t>Understanding our lease renewal patterns is critical for maintaining our production capacity. We need to continue supporting Olivia's efforts in securing optimal leasing agreements.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