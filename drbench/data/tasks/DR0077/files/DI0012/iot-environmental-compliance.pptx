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IoT and Environmental Compliance in Production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explores the role of IoT sensors and digital twins in Elexion Automotive's environmental compliance strategy. We will evaluate the data collection process from our production lines and discuss future planning.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Elexion's IoT Implementation in Production Lines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began implementing IoT sensors into production lines in 2020</a:t>
            </a:r>
          </a:p>
          <a:p>
            <a:pPr>
              <a:spcAft>
                <a:spcPts val="400"/>
              </a:spcAft>
              <a:defRPr sz="1600">
                <a:solidFill>
                  <a:srgbClr val="404040"/>
                </a:solidFill>
              </a:defRPr>
            </a:pPr>
            <a:r>
              <a:t>The IoT infrastructure works seamlessly with our assembly line robotics</a:t>
            </a:r>
          </a:p>
          <a:p>
            <a:pPr>
              <a:spcAft>
                <a:spcPts val="400"/>
              </a:spcAft>
              <a:defRPr sz="1600">
                <a:solidFill>
                  <a:srgbClr val="FF8C00"/>
                </a:solidFill>
              </a:defRPr>
            </a:pPr>
            <a:r>
              <a:t>Our IoT implementation has improved overall efficiency by 15%</a:t>
            </a:r>
          </a:p>
          <a:p>
            <a:pPr>
              <a:spcAft>
                <a:spcPts val="400"/>
              </a:spcAft>
              <a:defRPr sz="1600">
                <a:solidFill>
                  <a:srgbClr val="404040"/>
                </a:solidFill>
              </a:defRPr>
            </a:pPr>
            <a:r>
              <a:t>IoT sensors are used to maintain optimal operating temperatures in production lines</a:t>
            </a:r>
          </a:p>
          <a:p>
            <a:pPr>
              <a:spcAft>
                <a:spcPts val="400"/>
              </a:spcAft>
              <a:defRPr sz="1600">
                <a:solidFill>
                  <a:srgbClr val="404040"/>
                </a:solidFill>
              </a:defRPr>
            </a:pPr>
            <a:r>
              <a:t>We have integrated IoT sensors with our supply chain tracking system for better monitoring</a:t>
            </a:r>
          </a:p>
          <a:p>
            <a:pPr>
              <a:spcAft>
                <a:spcPts val="400"/>
              </a:spcAft>
              <a:defRPr sz="1600">
                <a:solidFill>
                  <a:srgbClr val="FF8C00"/>
                </a:solidFill>
              </a:defRPr>
            </a:pPr>
            <a:r>
              <a:t>Elexion's IoT system is compatible with most third-party logistics solutions</a:t>
            </a:r>
          </a:p>
          <a:p>
            <a:pPr>
              <a:spcAft>
                <a:spcPts val="400"/>
              </a:spcAft>
              <a:defRPr sz="1600">
                <a:solidFill>
                  <a:srgbClr val="404040"/>
                </a:solidFill>
              </a:defRPr>
            </a:pPr>
            <a:r>
              <a:t>The IoT system is maintained by our dedicated in-house IT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Quantifying Environmental Compliance Metrics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Elexion has always prioritized environmental compliance in its operations</a:t>
            </a:r>
          </a:p>
          <a:p>
            <a:pPr>
              <a:spcAft>
                <a:spcPts val="600"/>
              </a:spcAft>
              <a:defRPr sz="1800">
                <a:solidFill>
                  <a:srgbClr val="404040"/>
                </a:solidFill>
              </a:defRPr>
            </a:pPr>
            <a:r>
              <a:t>We use a combination of manual audits and digital systems to track compliance</a:t>
            </a:r>
          </a:p>
          <a:p>
            <a:pPr>
              <a:spcAft>
                <a:spcPts val="600"/>
              </a:spcAft>
              <a:defRPr sz="1800">
                <a:solidFill>
                  <a:srgbClr val="FF8C00"/>
                </a:solidFill>
              </a:defRPr>
            </a:pPr>
            <a:r>
              <a:t>Our compliance team regularly collaborates with production to ensure standards are maintained</a:t>
            </a:r>
          </a:p>
          <a:p>
            <a:pPr>
              <a:spcAft>
                <a:spcPts val="600"/>
              </a:spcAft>
              <a:defRPr sz="1800">
                <a:solidFill>
                  <a:srgbClr val="404040"/>
                </a:solidFill>
              </a:defRPr>
            </a:pPr>
            <a:r>
              <a:t>We have a dedicated portal for tracking our environmental compliance metrics</a:t>
            </a:r>
          </a:p>
          <a:p>
            <a:pPr>
              <a:spcAft>
                <a:spcPts val="600"/>
              </a:spcAft>
              <a:defRPr sz="1800">
                <a:solidFill>
                  <a:srgbClr val="404040"/>
                </a:solidFill>
              </a:defRPr>
            </a:pPr>
            <a:r>
              <a:t>Elexion has reduced its carbon footprint by 25% since 2020</a:t>
            </a:r>
          </a:p>
          <a:p>
            <a:pPr>
              <a:spcAft>
                <a:spcPts val="600"/>
              </a:spcAft>
              <a:defRPr sz="1800">
                <a:solidFill>
                  <a:srgbClr val="FF8C00"/>
                </a:solidFill>
              </a:defRPr>
            </a:pPr>
            <a:r>
              <a:t>We have consistently met all federal and state environmental regulations</a:t>
            </a:r>
          </a:p>
          <a:p>
            <a:pPr>
              <a:spcAft>
                <a:spcPts val="600"/>
              </a:spcAft>
              <a:defRPr sz="1800">
                <a:solidFill>
                  <a:srgbClr val="404040"/>
                </a:solidFill>
              </a:defRPr>
            </a:pPr>
            <a:r>
              <a:t>Our commitment to environmental compliance has been recognized with multiple industry awards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Predictive Analysis for Q1 2026</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predictive analysis models are based on historical data and market trends</a:t>
            </a:r>
          </a:p>
          <a:p>
            <a:pPr>
              <a:spcAft>
                <a:spcPts val="600"/>
              </a:spcAft>
              <a:defRPr sz="1800">
                <a:solidFill>
                  <a:srgbClr val="404040"/>
                </a:solidFill>
              </a:defRPr>
            </a:pPr>
            <a:r>
              <a:t>We anticipate a 12% increase in production capacity in Q1 2026</a:t>
            </a:r>
          </a:p>
          <a:p>
            <a:pPr>
              <a:spcAft>
                <a:spcPts val="600"/>
              </a:spcAft>
              <a:defRPr sz="1800">
                <a:solidFill>
                  <a:srgbClr val="FF8C00"/>
                </a:solidFill>
              </a:defRPr>
            </a:pPr>
            <a:r>
              <a:t>Our models suggest an increase in demand for our mid-range electric vehicles</a:t>
            </a:r>
          </a:p>
          <a:p>
            <a:pPr>
              <a:spcAft>
                <a:spcPts val="600"/>
              </a:spcAft>
              <a:defRPr sz="1800">
                <a:solidFill>
                  <a:srgbClr val="404040"/>
                </a:solidFill>
              </a:defRPr>
            </a:pPr>
            <a:r>
              <a:t>We expect a slight decrease in raw material costs in early 2026</a:t>
            </a:r>
          </a:p>
          <a:p>
            <a:pPr>
              <a:spcAft>
                <a:spcPts val="600"/>
              </a:spcAft>
              <a:defRPr sz="1800">
                <a:solidFill>
                  <a:srgbClr val="404040"/>
                </a:solidFill>
              </a:defRPr>
            </a:pPr>
            <a:r>
              <a:t>Our forecasting models are regularly updated to reflect changing market dynamics</a:t>
            </a:r>
          </a:p>
          <a:p>
            <a:pPr>
              <a:spcAft>
                <a:spcPts val="600"/>
              </a:spcAft>
              <a:defRPr sz="1800">
                <a:solidFill>
                  <a:srgbClr val="FF8C00"/>
                </a:solidFill>
              </a:defRPr>
            </a:pPr>
            <a:r>
              <a:t>The predictive analyses are reviewed and approved by our executive team</a:t>
            </a:r>
          </a:p>
          <a:p>
            <a:pPr>
              <a:spcAft>
                <a:spcPts val="600"/>
              </a:spcAft>
              <a:defRPr sz="1800">
                <a:solidFill>
                  <a:srgbClr val="404040"/>
                </a:solidFill>
              </a:defRPr>
            </a:pPr>
            <a:r>
              <a:t>We leverage AI and machine learning to improve the accuracy of our predictive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IoT sensors and digital twins offer significant potential for managing environmental compliance. With strategic planning, Elexion can improve sustainability while increasing production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