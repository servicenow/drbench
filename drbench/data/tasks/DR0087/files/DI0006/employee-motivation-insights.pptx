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Employee Motivation Insights at Lee's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explore the priorities and motivations of our retail workforce. We will particularly focus on understanding the significance of meaningful work for our employees.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Retail Workforce: Job Satisfaction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turnover rate in the retail sector was 60% in 2019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job satisfaction score in the retail sector was 3.2 out of 5 in 2020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Customer satisfaction is directly linked to employee job satisfaction in retail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Retail employees tend to be more satisfied in roles that offer flexible scheduling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Retail jobs that offer growth opportunities tend to have higher job satisfaction scores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Retail companies with strong internal communication strategies report higher job satisfaction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Importance of Meaningful Work in Retail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Research shows that meaningful work increases employee engagement in the retail sector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Retail employees who find their work meaningful tend to stay longer in their jobs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Retail companies that prioritize meaningful work tend to have lower turnover rates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Retail employees report higher job satisfaction when they find their work meaningful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Meaningful work in retail often involves contributing positively to customer experiences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Employee Priorities: Case Study of Lee's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conducted an internal survey on employee priorities in 2018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survey found that competitive compensation was a top priority for Lee's Market employees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Other important priorities included opportunities for growth and a positive work environment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survey revealed that flexible scheduling was a crucial factor for part-time employees at Lee's Market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survey also highlighted the importance of strong leadership and effective communication in the workplace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Retention strategies at Lee's Market focus on aligning company goals with employee priorities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Understanding our employees' priority towards meaningful work can enhance job satisfaction and productivity. Let's leverage these insights to develop targeted HR strategies and employee engagement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