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Demographic Analysis of Lee's Market Retail Workers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Today, we will delve into the demographic profile of our retail employees, focusing on understanding our workforce better. This will aid in improving our recruitment, retention, and development strategies.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Overview of Company's Workforce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Lee's Market employs over 5000 people across various departments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retail segment constitutes about 60% of the total workforce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The company's head office in Richmond, BC employs about 500 people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company has been steadily increasing its workforce by 5% annually for the past 5 years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HR department is divided into recruiting, training, and benefits sub-departments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The company has a low employee turnover rate of only 6%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Age Distribution of Retail Employees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company has a diverse workforce with employees ranging from fresh graduates to experienced professionals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company focuses on hiring a mix of young and experienced professionals to create a balanced workforce</a:t>
            </a:r>
          </a:p>
          <a:p>
            <a:pPr>
              <a:spcAft>
                <a:spcPts val="400"/>
              </a:spcAft>
              <a:defRPr sz="1600">
                <a:solidFill>
                  <a:srgbClr val="FFA500"/>
                </a:solidFill>
              </a:defRPr>
            </a:pPr>
            <a:r>
              <a:t>Lee's Market has an age-friendly work policy, which promotes the hiring of older workers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average tenure of employees in the retail segment is around 7 years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company has seen an increase in the hiring of fresh graduates in the past two years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Implications for Employee Development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Lee's Market invests heavily in employee training and development programs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company has a mentorship program for new hires to learn from experienced staff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The company encourages employees to attend industry conferences and seminars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company offers opportunities for staff to gain additional qualifications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company has a leadership development program to identify and train potential leaders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The company has a robust performance appraisal system that drives the development of employees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A500"/>
                </a:solidFill>
              </a:defRPr>
            </a:pPr>
            <a:r>
              <a:t>Understanding our workforce age distribution provides valuable insight into potential development and succession strategies. We should consider these demographics when planning our future recruitment and training initiatives.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