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Boosting Customer Engagement Amid Retail Challenges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navigate the recent retail slump, it's essential for us at Lee's Market to focus on enhancing our on-floor customer engagements. This presentation will propose strategies to mitigate the sales decline and drive a rebound.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Analyzing Canada's Current Retail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observed a retail sales decline by 0.8% in Canada during July 2025, impacting Lee's Market's performance.</a:t>
            </a:r>
          </a:p>
          <a:p>
            <a:pPr>
              <a:spcAft>
                <a:spcPts val="400"/>
              </a:spcAft>
              <a:defRPr sz="1600">
                <a:solidFill>
                  <a:srgbClr val="404040"/>
                </a:solidFill>
              </a:defRPr>
            </a:pPr>
            <a:r>
              <a:t>To counter this, we focused on enhancing on-floor customer engagement, particularly through personalized product recommendations.</a:t>
            </a:r>
          </a:p>
          <a:p>
            <a:pPr>
              <a:spcAft>
                <a:spcPts val="400"/>
              </a:spcAft>
              <a:defRPr sz="1600">
                <a:solidFill>
                  <a:srgbClr val="FFC000"/>
                </a:solidFill>
              </a:defRPr>
            </a:pPr>
            <a:r>
              <a:t>An encouraging finding from this strategy was that in August 2025, 35% of customers who were provided with personalized recommendations in the previous month returned to make additional purchases.</a:t>
            </a:r>
          </a:p>
          <a:p>
            <a:pPr>
              <a:spcAft>
                <a:spcPts val="400"/>
              </a:spcAft>
              <a:defRPr sz="1600">
                <a:solidFill>
                  <a:srgbClr val="404040"/>
                </a:solidFill>
              </a:defRPr>
            </a:pPr>
            <a:r>
              <a:t>This indicates the effectiveness of personalized engagement, suggesting we should continue to focus on offering tailored advice to customers.</a:t>
            </a:r>
          </a:p>
          <a:p>
            <a:pPr>
              <a:spcAft>
                <a:spcPts val="400"/>
              </a:spcAft>
              <a:defRPr sz="1600">
                <a:solidFill>
                  <a:srgbClr val="404040"/>
                </a:solidFill>
              </a:defRPr>
            </a:pPr>
            <a:r>
              <a:t>Further analysis will be conducted to understand the detailed impact of the strategy on sales recovery and customer retention.</a:t>
            </a:r>
          </a:p>
          <a:p>
            <a:pPr>
              <a:spcAft>
                <a:spcPts val="400"/>
              </a:spcAft>
              <a:defRPr sz="1600">
                <a:solidFill>
                  <a:srgbClr val="FFC000"/>
                </a:solidFill>
              </a:defRPr>
            </a:pPr>
            <a:r>
              <a:t>A measurable rebound in the remaining months of 2025 will be sought by refining and expanding the personalized recommendation initiative.</a:t>
            </a:r>
          </a:p>
          <a:p>
            <a:pPr>
              <a:spcAft>
                <a:spcPts val="400"/>
              </a:spcAft>
              <a:defRPr sz="1600">
                <a:solidFill>
                  <a:srgbClr val="404040"/>
                </a:solidFill>
              </a:defRPr>
            </a:pPr>
            <a:r>
              <a:t>Additional training for sales associates could be implemented to enhance their ability to provide effective, personalized product suggestions.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Exploring On-Floor Customer Engagement Tactics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Use of digital signage improves customer experience</a:t>
            </a:r>
          </a:p>
          <a:p>
            <a:pPr>
              <a:spcAft>
                <a:spcPts val="600"/>
              </a:spcAft>
              <a:defRPr sz="1800">
                <a:solidFill>
                  <a:srgbClr val="404040"/>
                </a:solidFill>
              </a:defRPr>
            </a:pPr>
            <a:r>
              <a:t>In-store events and workshops can boost foot traffic</a:t>
            </a:r>
          </a:p>
          <a:p>
            <a:pPr>
              <a:spcAft>
                <a:spcPts val="600"/>
              </a:spcAft>
              <a:defRPr sz="1800">
                <a:solidFill>
                  <a:srgbClr val="FFC000"/>
                </a:solidFill>
              </a:defRPr>
            </a:pPr>
            <a:r>
              <a:t>Personalized customer service enhances customer loyalty</a:t>
            </a:r>
          </a:p>
          <a:p>
            <a:pPr>
              <a:spcAft>
                <a:spcPts val="600"/>
              </a:spcAft>
              <a:defRPr sz="1800">
                <a:solidFill>
                  <a:srgbClr val="404040"/>
                </a:solidFill>
              </a:defRPr>
            </a:pPr>
            <a:r>
              <a:t>Implementing self-checkout kiosks can speed up the checkout process</a:t>
            </a:r>
          </a:p>
          <a:p>
            <a:pPr>
              <a:spcAft>
                <a:spcPts val="600"/>
              </a:spcAft>
              <a:defRPr sz="1800">
                <a:solidFill>
                  <a:srgbClr val="404040"/>
                </a:solidFill>
              </a:defRPr>
            </a:pPr>
            <a:r>
              <a:t>Offering free Wi-Fi can increase dwell time</a:t>
            </a:r>
          </a:p>
          <a:p>
            <a:pPr>
              <a:spcAft>
                <a:spcPts val="600"/>
              </a:spcAft>
              <a:defRPr sz="1800">
                <a:solidFill>
                  <a:srgbClr val="FFC000"/>
                </a:solidFill>
              </a:defRPr>
            </a:pPr>
            <a:r>
              <a:t>Interactive product demonstrations can drive sales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Projecting Impacts of Enhanced Customer Engagement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Enhanced customer engagement can increase average transaction value</a:t>
            </a:r>
          </a:p>
          <a:p>
            <a:pPr>
              <a:spcAft>
                <a:spcPts val="600"/>
              </a:spcAft>
              <a:defRPr sz="1800">
                <a:solidFill>
                  <a:srgbClr val="404040"/>
                </a:solidFill>
              </a:defRPr>
            </a:pPr>
            <a:r>
              <a:t>Improved customer experience can lead to repeat visits</a:t>
            </a:r>
          </a:p>
          <a:p>
            <a:pPr>
              <a:spcAft>
                <a:spcPts val="600"/>
              </a:spcAft>
              <a:defRPr sz="1800">
                <a:solidFill>
                  <a:srgbClr val="FFC000"/>
                </a:solidFill>
              </a:defRPr>
            </a:pPr>
            <a:r>
              <a:t>Positive word-of-mouth can attract new customers</a:t>
            </a:r>
          </a:p>
          <a:p>
            <a:pPr>
              <a:spcAft>
                <a:spcPts val="600"/>
              </a:spcAft>
              <a:defRPr sz="1800">
                <a:solidFill>
                  <a:srgbClr val="404040"/>
                </a:solidFill>
              </a:defRPr>
            </a:pPr>
            <a:r>
              <a:t>The implementation cost of new engagement strategies</a:t>
            </a:r>
          </a:p>
          <a:p>
            <a:pPr>
              <a:spcAft>
                <a:spcPts val="600"/>
              </a:spcAft>
              <a:defRPr sz="1800">
                <a:solidFill>
                  <a:srgbClr val="404040"/>
                </a:solidFill>
              </a:defRPr>
            </a:pPr>
            <a:r>
              <a:t>Potential increase in staff training and development costs</a:t>
            </a:r>
          </a:p>
          <a:p>
            <a:pPr>
              <a:spcAft>
                <a:spcPts val="600"/>
              </a:spcAft>
              <a:defRPr sz="1800">
                <a:solidFill>
                  <a:srgbClr val="FFC000"/>
                </a:solidFill>
              </a:defRPr>
            </a:pPr>
            <a:r>
              <a:t>Enhanced engagement tactics may require infrastructure upgrades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focusing on innovative customer engagement methods, we can overcome the current retail challenges and drive measurable growth. Let's take these insights and turn them into action for the remaining months of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