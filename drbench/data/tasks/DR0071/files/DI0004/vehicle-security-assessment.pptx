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Vehicle Security Assessment: Diagnostic Port Vulnerabilities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Given the evolving landscape of vehicle security, it's vital we understand the risks posed to our electric vehicles. Today, we'll delve into the physical access attacks via diagnostic ports (OBD-II) experienced in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Vehicle Cybersecurity Landscape in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 estimated 90% of new vehicles in 2025 are connected, increasing the overall cybersecurity risk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Major automakers, including Elexion, have established dedicated cybersecurity divisions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Cybersecurity investments in the automotive sector have reached an all-time high of $1.5 billion in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most common attacks include ransomware, data theft, and manipulation of vehicle control systems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Regulatory bodies are pressing for stricter cybersecurity measures in connected vehicles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Partnership between automakers and cybersecurity firms have increased by 30% since 2020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cost of a car cybersecurity breach is estimated to be $3.6 million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Incidents of OBD-II Physical Access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OBD-II physical access attacks have been on the rise globally, with a 15% increase in reported incidents since 2020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These types of attacks allow for unauthorized control of vehicle systems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Auto manufacturers are exploring hardware and software solutions to mitigate these attacks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significant number of these attacks are targeted at commercial fleets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automotive industry is lobbying for stricter penalties for OBD-II port attacks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average financial loss due to an OBD-II physical access attack is estimated to be $2.2 million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a high-profile OBD-II attack led to a 10% drop in the affected automaker's share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 and Mitigation Strategies for OBD-II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OBD-II vulnerabilities can lead to theft of sensitive data and unauthorized control of vehicle systems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Manufacturers are employing encryption and secure coding practices to protect OBD-II ports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Industry-wide adoption of a standardized security framework for OBD-II ports is being discussed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Mitigation strategies include periodic security audits, vulnerability assessments, and penetration testing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Industry collaboration and information sharing are key to addressing OBD-II vulnerabilities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Automotive cybersecurity insurance is becoming increasingly important as a risk management tool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Third-party cybersecurity firms are providing specialized services to secure OBD-II 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It is clear that vehicle security, particularly concerning diagnostic port vulnerabilities, is a key area for our attention. Moving forward, we need to continue investing in robust security measures to ensure the safety and trust of our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