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8080"/>
                </a:solidFill>
              </a:defRPr>
            </a:pPr>
            <a:r>
              <a:t>Q2 2025 Product Image Analysis</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As we continue to enhance our customer experience, it's imperative to examine issues related to our product images. Today, we'll review the specifics of the highest ticket-generating product image from Q2 2025.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Overview of IT Tickets Generated by Product Images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In 2024, we saw a 15% increase in IT tickets related to product images compared to 2023</a:t>
            </a:r>
          </a:p>
          <a:p>
            <a:pPr>
              <a:spcAft>
                <a:spcPts val="400"/>
              </a:spcAft>
              <a:defRPr sz="1600">
                <a:solidFill>
                  <a:srgbClr val="404040"/>
                </a:solidFill>
              </a:defRPr>
            </a:pPr>
            <a:r>
              <a:t>The seafood department had the highest number of IT tickets related to product images</a:t>
            </a:r>
          </a:p>
          <a:p>
            <a:pPr>
              <a:spcAft>
                <a:spcPts val="400"/>
              </a:spcAft>
              <a:defRPr sz="1600">
                <a:solidFill>
                  <a:srgbClr val="FF6347"/>
                </a:solidFill>
              </a:defRPr>
            </a:pPr>
            <a:r>
              <a:t>IT tickets peaked during the holiday season with a surge in online shopping activity</a:t>
            </a:r>
          </a:p>
          <a:p>
            <a:pPr>
              <a:spcAft>
                <a:spcPts val="400"/>
              </a:spcAft>
              <a:defRPr sz="1600">
                <a:solidFill>
                  <a:srgbClr val="404040"/>
                </a:solidFill>
              </a:defRPr>
            </a:pPr>
            <a:r>
              <a:t>Majority of the tickets were about product images not loading properly on mobile devices</a:t>
            </a:r>
          </a:p>
          <a:p>
            <a:pPr>
              <a:spcAft>
                <a:spcPts val="400"/>
              </a:spcAft>
              <a:defRPr sz="1600">
                <a:solidFill>
                  <a:srgbClr val="404040"/>
                </a:solidFill>
              </a:defRPr>
            </a:pPr>
            <a:r>
              <a:t>The IT Department introduced a ticket categorization system to better manage product image-related issues</a:t>
            </a:r>
          </a:p>
          <a:p>
            <a:pPr>
              <a:spcAft>
                <a:spcPts val="400"/>
              </a:spcAft>
              <a:defRPr sz="1600">
                <a:solidFill>
                  <a:srgbClr val="FF6347"/>
                </a:solidFill>
              </a:defRPr>
            </a:pPr>
            <a:r>
              <a:t>Approximately 60% of IT tickets were resolved within 24 hours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Insight into Most Problematic Product Image</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In Q4 2024, 'Golden Dragon Rice' had the most IT tickets due to incorrect image sizing</a:t>
            </a:r>
          </a:p>
          <a:p>
            <a:pPr>
              <a:spcAft>
                <a:spcPts val="600"/>
              </a:spcAft>
              <a:defRPr sz="1800">
                <a:solidFill>
                  <a:srgbClr val="404040"/>
                </a:solidFill>
              </a:defRPr>
            </a:pPr>
            <a:r>
              <a:t>The 'Fresh Green Tea Leaves' image had consistent issues with color calibration across different devices</a:t>
            </a:r>
          </a:p>
          <a:p>
            <a:pPr>
              <a:spcAft>
                <a:spcPts val="600"/>
              </a:spcAft>
              <a:defRPr sz="1800">
                <a:solidFill>
                  <a:srgbClr val="FF6347"/>
                </a:solidFill>
              </a:defRPr>
            </a:pPr>
            <a:r>
              <a:t>'Chef Liu's Dumpling Mix' had a high number of tickets related to image resolution</a:t>
            </a:r>
          </a:p>
          <a:p>
            <a:pPr>
              <a:spcAft>
                <a:spcPts val="600"/>
              </a:spcAft>
              <a:defRPr sz="1800">
                <a:solidFill>
                  <a:srgbClr val="404040"/>
                </a:solidFill>
              </a:defRPr>
            </a:pPr>
            <a:r>
              <a:t>The 'Premium Dashi Stock' image was flagged multiple times for not reflecting the actual product</a:t>
            </a:r>
          </a:p>
          <a:p>
            <a:pPr>
              <a:spcAft>
                <a:spcPts val="600"/>
              </a:spcAft>
              <a:defRPr sz="1800">
                <a:solidFill>
                  <a:srgbClr val="404040"/>
                </a:solidFill>
              </a:defRPr>
            </a:pPr>
            <a:r>
              <a:t>'Evergreen Tofu' had several tickets raised due to misalignment with the product description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Product Labeling: A Look at Customer Complaints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Customer complaints about product labeling increased by 10% in 2024</a:t>
            </a:r>
          </a:p>
          <a:p>
            <a:pPr>
              <a:spcAft>
                <a:spcPts val="600"/>
              </a:spcAft>
              <a:defRPr sz="1800">
                <a:solidFill>
                  <a:srgbClr val="404040"/>
                </a:solidFill>
              </a:defRPr>
            </a:pPr>
            <a:r>
              <a:t>The most common complaint was about the font size used on product labels</a:t>
            </a:r>
          </a:p>
          <a:p>
            <a:pPr>
              <a:spcAft>
                <a:spcPts val="600"/>
              </a:spcAft>
              <a:defRPr sz="1800">
                <a:solidFill>
                  <a:srgbClr val="FF6347"/>
                </a:solidFill>
              </a:defRPr>
            </a:pPr>
            <a:r>
              <a:t>The 'Exotic Spices' section received the highest number of labeling complaints</a:t>
            </a:r>
          </a:p>
          <a:p>
            <a:pPr>
              <a:spcAft>
                <a:spcPts val="600"/>
              </a:spcAft>
              <a:defRPr sz="1800">
                <a:solidFill>
                  <a:srgbClr val="404040"/>
                </a:solidFill>
              </a:defRPr>
            </a:pPr>
            <a:r>
              <a:t>Customers often reported inconsistencies between online and in-store product labels</a:t>
            </a:r>
          </a:p>
          <a:p>
            <a:pPr>
              <a:spcAft>
                <a:spcPts val="600"/>
              </a:spcAft>
              <a:defRPr sz="1800">
                <a:solidFill>
                  <a:srgbClr val="404040"/>
                </a:solidFill>
              </a:defRPr>
            </a:pPr>
            <a:r>
              <a:t>The Customer Service Department introduced a new process to handle labeling complaints more effectively</a:t>
            </a:r>
          </a:p>
          <a:p>
            <a:pPr>
              <a:spcAft>
                <a:spcPts val="600"/>
              </a:spcAft>
              <a:defRPr sz="1800">
                <a:solidFill>
                  <a:srgbClr val="FF6347"/>
                </a:solidFill>
              </a:defRPr>
            </a:pPr>
            <a:r>
              <a:t>We implemented a monthly review of labeling complaints to identify recurring issues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6347"/>
                </a:solidFill>
              </a:defRPr>
            </a:pPr>
            <a:r>
              <a:t>With a clear understanding of the product image that generated the most IT tickets, we can take steps to improve our labeling process. Let's focus on implementing actionable changes to mitigate similar issues in the future.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