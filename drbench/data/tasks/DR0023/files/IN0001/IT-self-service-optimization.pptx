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Optimizing IT Self-Service Capabilities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we continuously expand our market presence, it becomes critical to optimize our IT self-service capabilities to improve operations and customer experience. This presentation will explore potential strategies to achieve this by Q3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Current IT Service Landscape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internal data from Q2 2025 indicates a high volume of repeated IT requests, averaging at 480 per week across all stores.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significant portion of these requests were related to routine issues such as password resets and printer malfunctioning.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Analysis reveals that the current self-service portal could be contributing to this issue, with many employees finding it difficult to navigate.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repeated request scenario indicates a potential inefficiency in our IT service management, specifically in the areas of incident and problem resolution.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high volume of duplicate requests is creating unnecessary workload for our service desk, potentially delaying resolution times for more critical issues.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This situation may be negatively impacting both the work efficiency of our employees and the shopping experience of our customers.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refined self-service system could be a solution to streamline the request process and reduce the dependency on the service desk.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Strategies for Enhancing IT Self-Service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plan to upgrade our ITSM tool by Q2 2025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Looking into AI chatbots to assist with first-level support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We aim to increase our IT service desk staff by 15% in 2026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Training sessions planned for employees on cybersecurity awareness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Evaluating options to move more infrastructure to the cloud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Considering the implementation of DevOps principles in our IT operations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Exploring opportunities to integrate our ITSM tool with other business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Projected Impact on Customer and Employee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Anticipate smoother online shopping experiences with infrastructure upgrades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Plan to reduce checkout times with faster POS systems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New employee training will enhance cybersecurity posture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Cloud migration may result in more agile business operations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DevOps implementation could streamline software delivery processes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Integration of ITSM with business applications could improve data visibility and decision-making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By enhancing our IT self-service capabilities, we can significantly reduce service desk dependency and accelerate resolution times. Let us embrace this transformation as a priority to improve both our employee and customer experience across all stores.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