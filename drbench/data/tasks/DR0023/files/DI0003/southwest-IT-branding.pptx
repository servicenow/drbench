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IT Initiatives in Branding: Southwest Region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provides an overview of IT-led brand reinforcement initiatives within our Southwest stores, focusing specifically on the installation of brand-aligned keyboard LED lights during September 2025.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Overview of IT-Driven Branding Initiatives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IT-Driven Branding Initiatives began in 2022, focusing on in-store digital displays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Deployment of RFID technology to track in-store customer behavior started in 2023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The integration of QR codes into product labels for additional product information was initiated in 2024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AI-driven chatbot was introduced in 2025 to enhance customer service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use of Augmented Reality for in-store navigation is under consideration for 2026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IT and Marketing departments collaborate closely for these initiatives, meeting bi-weekly to discuss progress and feedback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LED Installation Requests - September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LED installations are handled by a dedicated IT sub-team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LED installation process includes a site survey, planning, and final installation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LED installations typically take two weeks from request to completion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LED installations are part of a wider store modernization initiative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LED installations have been completed in over 50 stores nationwide as of September 2025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Each LED installation is followed by a post-installation review to ensure quality and effectiveness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Impact and Evaluation of Brand-Aligned LEDs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Brand-aligned LEDs have been positively received by customers in pilot stores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Store associates report increased customer engagement with brand-aligned LEDs</a:t>
            </a:r>
          </a:p>
          <a:p>
            <a:pPr>
              <a:spcAft>
                <a:spcPts val="400"/>
              </a:spcAft>
              <a:defRPr sz="1600">
                <a:solidFill>
                  <a:srgbClr val="FF8C00"/>
                </a:solidFill>
              </a:defRPr>
            </a:pPr>
            <a:r>
              <a:t>Brand-aligned LEDs have contributed to an overall modern aesthetic in the stores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Initial data show an increase in in-store traffic after LED installations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 more formal evaluation of the impact of brand-aligned LEDs is planned for Q4 2025</a:t>
            </a:r>
          </a:p>
          <a:p>
            <a:pPr>
              <a:spcAft>
                <a:spcPts val="400"/>
              </a:spcAft>
              <a:defRPr sz="1600">
                <a:solidFill>
                  <a:srgbClr val="FF8C00"/>
                </a:solidFill>
              </a:defRPr>
            </a:pPr>
            <a:r>
              <a:t>The cost-benefit analysis of the LED installations will be part of the annual IT review 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8C00"/>
                </a:solidFill>
              </a:defRPr>
            </a:pPr>
            <a:r>
              <a:t>The led lighting initiative has been successful in reinforcing our brand identity in the Southwest region. Moving forward, we should explore other avenues for IT-driven brand enhancements.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