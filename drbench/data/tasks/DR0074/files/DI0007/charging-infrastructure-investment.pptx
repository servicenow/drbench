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Elexion's Charging Infrastructure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 detailed review of Elexion Automotive's investment in charging infrastructure partnerships and installations across North America in 2024. The insights will aid in understanding our strategic financial positioning and future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EV Market Trends and Charging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global EV market is projected to grow at a compound annual growth rate (CAGR) of 26% through 2026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2024, the total number of EV charging stations in the US exceeded 100,000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Public charging infrastructure remains a challenge, with less than one public charger for every ten EVs on the road in 2024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North American EV market is expected to reach $180 billion by 2027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2023, the US government approved a $7.5 billion investment in EV charging infrastructure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Elexion's home charging solution, Elexion Charge, was launched in 2019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Elexion's 2024 Charging Infrastructure Investments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Elexion’s ‘Charge Ahead’ program aimed to accelerate the deployment of charging infrastructure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Q2 2024, Elexion expanded its charging network to 3 new states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company increased its charging stations by 30% in 2024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Elexion’s R&amp;D team developed a new fast-charging technology in 2024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'Charge Ahead' program was primarily funded through a mix of private investments and public grants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Partnerships and Collaborations for Charging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Elexion partnered with GridPower in 2023 to enhance its charging technology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2024, Elexion collaborated with CityCharge to install EV charging stations in urban areas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Elexion joined the Charge America coalition to advocate for more investment in charging infrastructure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collaboration with state governments assisted in the expansion of Elexion’s charging network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Discussions with European charging manufacturer, LightningCharge, began in late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Elexion's strategic investments in charging infrastructure and partnerships in 2024 reflected our commitment to driving the transition to zero-emission transportation. Moving forward, we will continue to evaluate and seize opportunities that align with our sustainability vision and the evolving EV market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