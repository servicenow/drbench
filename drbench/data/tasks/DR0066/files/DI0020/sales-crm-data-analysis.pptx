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Sales CRM Data Utilization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explore the data storage usage of our CRM system within the sales department. It will also highlight potential areas for data optimization to streamline our sales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Overview of Current CRM Capabilities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CRM supports integrated dashboards for real-time sales metrics</a:t>
            </a:r>
          </a:p>
          <a:p>
            <a:pPr>
              <a:spcAft>
                <a:spcPts val="600"/>
              </a:spcAft>
              <a:defRPr sz="1800">
                <a:solidFill>
                  <a:srgbClr val="404040"/>
                </a:solidFill>
              </a:defRPr>
            </a:pPr>
            <a:r>
              <a:t>Advanced analytics for customer behavior prediction and segmentation</a:t>
            </a:r>
          </a:p>
          <a:p>
            <a:pPr>
              <a:spcAft>
                <a:spcPts val="600"/>
              </a:spcAft>
              <a:defRPr sz="1800">
                <a:solidFill>
                  <a:srgbClr val="4682B4"/>
                </a:solidFill>
              </a:defRPr>
            </a:pPr>
            <a:r>
              <a:t>Mobile-ready CRM interface for on-the-go access by the sales team</a:t>
            </a:r>
          </a:p>
          <a:p>
            <a:pPr>
              <a:spcAft>
                <a:spcPts val="600"/>
              </a:spcAft>
              <a:defRPr sz="1800">
                <a:solidFill>
                  <a:srgbClr val="404040"/>
                </a:solidFill>
              </a:defRPr>
            </a:pPr>
            <a:r>
              <a:t>High-level security measures to protect confidential client data</a:t>
            </a:r>
          </a:p>
          <a:p>
            <a:pPr>
              <a:spcAft>
                <a:spcPts val="600"/>
              </a:spcAft>
              <a:defRPr sz="1800">
                <a:solidFill>
                  <a:srgbClr val="404040"/>
                </a:solidFill>
              </a:defRPr>
            </a:pPr>
            <a:r>
              <a:t>Capability to integrate with third-party marketing automation tools</a:t>
            </a:r>
          </a:p>
          <a:p>
            <a:pPr>
              <a:spcAft>
                <a:spcPts val="600"/>
              </a:spcAft>
              <a:defRPr sz="1800">
                <a:solidFill>
                  <a:srgbClr val="4682B4"/>
                </a:solidFill>
              </a:defRPr>
            </a:pPr>
            <a:r>
              <a:t>Robust reporting features for sales forecasting and pipeline management</a:t>
            </a:r>
          </a:p>
          <a:p>
            <a:pPr>
              <a:spcAft>
                <a:spcPts val="600"/>
              </a:spcAft>
              <a:defRPr sz="1800">
                <a:solidFill>
                  <a:srgbClr val="404040"/>
                </a:solidFill>
              </a:defRPr>
            </a:pPr>
            <a:r>
              <a:t>AI-powered chatbot for streamlined customer service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Data Consumption Analysis of Sales CRM</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Regular systematic backups to prevent loss of critical sales data</a:t>
            </a:r>
          </a:p>
          <a:p>
            <a:pPr>
              <a:spcAft>
                <a:spcPts val="600"/>
              </a:spcAft>
              <a:defRPr sz="1800">
                <a:solidFill>
                  <a:srgbClr val="404040"/>
                </a:solidFill>
              </a:defRPr>
            </a:pPr>
            <a:r>
              <a:t>Data encryption measures to ensure the security of sensitive customer data</a:t>
            </a:r>
          </a:p>
          <a:p>
            <a:pPr>
              <a:spcAft>
                <a:spcPts val="600"/>
              </a:spcAft>
              <a:defRPr sz="1800">
                <a:solidFill>
                  <a:srgbClr val="4682B4"/>
                </a:solidFill>
              </a:defRPr>
            </a:pPr>
            <a:r>
              <a:t>Regular CRM system updates and maintenance for optimal performance</a:t>
            </a:r>
          </a:p>
          <a:p>
            <a:pPr>
              <a:spcAft>
                <a:spcPts val="600"/>
              </a:spcAft>
              <a:defRPr sz="1800">
                <a:solidFill>
                  <a:srgbClr val="404040"/>
                </a:solidFill>
              </a:defRPr>
            </a:pPr>
            <a:r>
              <a:t>High data processing speed for seamless customer interactions</a:t>
            </a:r>
          </a:p>
          <a:p>
            <a:pPr>
              <a:spcAft>
                <a:spcPts val="600"/>
              </a:spcAft>
              <a:defRPr sz="1800">
                <a:solidFill>
                  <a:srgbClr val="404040"/>
                </a:solidFill>
              </a:defRPr>
            </a:pPr>
            <a:r>
              <a:t>Compliance with data protection regulations across multiple jurisdictions</a:t>
            </a:r>
          </a:p>
          <a:p>
            <a:pPr>
              <a:spcAft>
                <a:spcPts val="600"/>
              </a:spcAft>
              <a:defRPr sz="1800">
                <a:solidFill>
                  <a:srgbClr val="4682B4"/>
                </a:solidFill>
              </a:defRPr>
            </a:pPr>
            <a:r>
              <a:t>Systematic data archiving practices to maintain historical sales records</a:t>
            </a:r>
          </a:p>
          <a:p>
            <a:pPr>
              <a:spcAft>
                <a:spcPts val="600"/>
              </a:spcAft>
              <a:defRPr sz="1800">
                <a:solidFill>
                  <a:srgbClr val="404040"/>
                </a:solidFill>
              </a:defRPr>
            </a:pPr>
            <a:r>
              <a:t>Regular data audits to ensure data quality and integrity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Potential Areas for Data Optimization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Implementing data deduplication strategies to remove redundant data</a:t>
            </a:r>
          </a:p>
          <a:p>
            <a:pPr>
              <a:spcAft>
                <a:spcPts val="400"/>
              </a:spcAft>
              <a:defRPr sz="1600">
                <a:solidFill>
                  <a:srgbClr val="404040"/>
                </a:solidFill>
              </a:defRPr>
            </a:pPr>
            <a:r>
              <a:t>Utilizing data compression techniques to optimize storage space</a:t>
            </a:r>
          </a:p>
          <a:p>
            <a:pPr>
              <a:spcAft>
                <a:spcPts val="400"/>
              </a:spcAft>
              <a:defRPr sz="1600">
                <a:solidFill>
                  <a:srgbClr val="4682B4"/>
                </a:solidFill>
              </a:defRPr>
            </a:pPr>
            <a:r>
              <a:t>Exploring possibilities for automated data archiving to improve system performance</a:t>
            </a:r>
          </a:p>
          <a:p>
            <a:pPr>
              <a:spcAft>
                <a:spcPts val="400"/>
              </a:spcAft>
              <a:defRPr sz="1600">
                <a:solidFill>
                  <a:srgbClr val="404040"/>
                </a:solidFill>
              </a:defRPr>
            </a:pPr>
            <a:r>
              <a:t>Evaluating possibilities for implementing tiered storage solutions</a:t>
            </a:r>
          </a:p>
          <a:p>
            <a:pPr>
              <a:spcAft>
                <a:spcPts val="400"/>
              </a:spcAft>
              <a:defRPr sz="1600">
                <a:solidFill>
                  <a:srgbClr val="404040"/>
                </a:solidFill>
              </a:defRPr>
            </a:pPr>
            <a:r>
              <a:t>Considering the integration of advanced analytics for intelligent data pruning</a:t>
            </a:r>
          </a:p>
          <a:p>
            <a:pPr>
              <a:spcAft>
                <a:spcPts val="400"/>
              </a:spcAft>
              <a:defRPr sz="1600">
                <a:solidFill>
                  <a:srgbClr val="4682B4"/>
                </a:solidFill>
              </a:defRPr>
            </a:pPr>
            <a:r>
              <a:t>Investigating the use of cloud storage solutions for scalability</a:t>
            </a:r>
          </a:p>
          <a:p>
            <a:pPr>
              <a:spcAft>
                <a:spcPts val="400"/>
              </a:spcAft>
              <a:defRPr sz="1600">
                <a:solidFill>
                  <a:srgbClr val="404040"/>
                </a:solidFill>
              </a:defRPr>
            </a:pPr>
            <a:r>
              <a:t>Enhancing data retrieval processes to improve system efficiency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In conclusion, understanding our CRM data usage patterns can help us optimize and streamline our sales operations. The next step will be to engage with our IT department to implement the identified data optimization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