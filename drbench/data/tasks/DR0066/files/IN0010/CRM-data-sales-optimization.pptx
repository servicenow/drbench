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8080"/>
                </a:solidFill>
              </a:defRPr>
            </a:pPr>
            <a:r>
              <a:t>Leveraging CRM Data for Sales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As we look towards a sustainable growth model for Elexion, it's crucial to leverage our CRM data for sales insights. This presentation explores potential strategies to analyze customer behavior and identify patterns that drive sales.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Current Sales Operations: A Data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Our CRM data from July 2025 shows a noteworthy interaction pattern.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A total of 46 customers reached out to us through the CRM's direct messaging feature.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These interactions signify a trend of customers seeking direct contact with our sales team.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This data suggests a preference for personal, one-on-one communication during the purchase process.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It's essential to equip our sales team with resources to facilitate these direct customer conversations.</a:t>
            </a:r>
          </a:p>
          <a:p>
            <a:pPr>
              <a:spcAft>
                <a:spcPts val="400"/>
              </a:spcAft>
              <a:defRPr sz="1600">
                <a:solidFill>
                  <a:srgbClr val="FF6347"/>
                </a:solidFill>
              </a:defRPr>
            </a:pPr>
            <a:r>
              <a:t>This pattern could be harnessed to drive sales by tailoring our approach to meet this demand for direct communication.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Understanding this trend can help us refine our sales strategy for optimal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Analyzing Customer Behavior: Insights from CRM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CRM system stores data on customer demographics, purchase history, and interaction logs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Customer segmentation in CRM is primarily based on geographic location and vehicle model preference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The CRM has been instrumental in managing customer relationships and increasing customer retention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customer satisfaction index, based on CRM data, has seen a steady increase over the past 2 years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CRM data shows that customers are increasingly preferring mid-range models over premium models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The CRM system integrates with marketing automation tools to deliver personalized customer communication.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Strategic Initiatives: Driving Sales with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data literacy program was initiated in Q1 2024 to enhance the team's data handling skills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Data-driven sales forecasting was implemented in 2023, leading to improved inventory management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In 2023, a data-driven pricing strategy was adopted to optimize product pricing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data quality assurance team was established in Q4 2023 to ensure the integrity of sales data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A data-driven sales training program was launched in 2024, focusing on improving sales staff's understanding of customer needs</a:t>
            </a:r>
          </a:p>
          <a:p>
            <a:pPr>
              <a:spcAft>
                <a:spcPts val="600"/>
              </a:spcAft>
              <a:defRPr sz="1800">
                <a:solidFill>
                  <a:srgbClr val="FF6347"/>
                </a:solidFill>
              </a:defRPr>
            </a:pPr>
            <a:r>
              <a:t>The company is exploring partnerships with external data analytics firms to leverage advanced data analysis techniques.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808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6347"/>
                </a:solidFill>
              </a:defRPr>
            </a:pPr>
            <a:r>
              <a:t>Through strategic use of CRM data, we can gain valuable insights into customer behavior and drive sales effectively. Moving forward, our focus should be on implementing these data-driven strategies and measuring their impact on our sales operations.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