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Optimizing Lead Response in Electric Automotive Industry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order to optimize our sales and customer relations, it is crucial that we understand and improve our response times for new leads. This presentation will examine our current practices and outline strategies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Lead Generation and Response Practices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We generate leads primarily through digital channels, including our website, social media, and email marketing</a:t>
            </a:r>
          </a:p>
          <a:p>
            <a:pPr>
              <a:spcAft>
                <a:spcPts val="400"/>
              </a:spcAft>
              <a:defRPr sz="1600">
                <a:solidFill>
                  <a:srgbClr val="404040"/>
                </a:solidFill>
              </a:defRPr>
            </a:pPr>
            <a:r>
              <a:t>Our CRM system efficiently manages all incoming leads, providing a streamlined process for sales team</a:t>
            </a:r>
          </a:p>
          <a:p>
            <a:pPr>
              <a:spcAft>
                <a:spcPts val="400"/>
              </a:spcAft>
              <a:defRPr sz="1600">
                <a:solidFill>
                  <a:srgbClr val="FF8C00"/>
                </a:solidFill>
              </a:defRPr>
            </a:pPr>
            <a:r>
              <a:t>We've successfully maintained a 15% increase in lead volume year-over-year since 2022</a:t>
            </a:r>
          </a:p>
          <a:p>
            <a:pPr>
              <a:spcAft>
                <a:spcPts val="400"/>
              </a:spcAft>
              <a:defRPr sz="1600">
                <a:solidFill>
                  <a:srgbClr val="404040"/>
                </a:solidFill>
              </a:defRPr>
            </a:pPr>
            <a:r>
              <a:t>Elexion's sales team utilizes automation tools to manage the initial communication with leads</a:t>
            </a:r>
          </a:p>
          <a:p>
            <a:pPr>
              <a:spcAft>
                <a:spcPts val="400"/>
              </a:spcAft>
              <a:defRPr sz="1600">
                <a:solidFill>
                  <a:srgbClr val="404040"/>
                </a:solidFill>
              </a:defRPr>
            </a:pPr>
            <a:r>
              <a:t>Our sales team's training includes extensive preparation for handling a diverse range of customer queries</a:t>
            </a:r>
          </a:p>
          <a:p>
            <a:pPr>
              <a:spcAft>
                <a:spcPts val="400"/>
              </a:spcAft>
              <a:defRPr sz="1600">
                <a:solidFill>
                  <a:srgbClr val="FF8C00"/>
                </a:solidFill>
              </a:defRPr>
            </a:pPr>
            <a:r>
              <a:t>We are currently exploring opportunities for AI integration to improve lead management</a:t>
            </a:r>
          </a:p>
          <a:p>
            <a:pPr>
              <a:spcAft>
                <a:spcPts val="400"/>
              </a:spcAft>
              <a:defRPr sz="1600">
                <a:solidFill>
                  <a:srgbClr val="404040"/>
                </a:solidFill>
              </a:defRPr>
            </a:pPr>
            <a:r>
              <a:t>Our marketing and sales departments work closely to ensure seamless transition of leads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Industry Standards for Lead Response Time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 2023 study showed that the average response time across the auto industry was 42 hours</a:t>
            </a:r>
          </a:p>
          <a:p>
            <a:pPr>
              <a:spcAft>
                <a:spcPts val="600"/>
              </a:spcAft>
              <a:defRPr sz="1800">
                <a:solidFill>
                  <a:srgbClr val="404040"/>
                </a:solidFill>
              </a:defRPr>
            </a:pPr>
            <a:r>
              <a:t>Top performing companies in the industry are often able to respond to leads within 24 hours</a:t>
            </a:r>
          </a:p>
          <a:p>
            <a:pPr>
              <a:spcAft>
                <a:spcPts val="600"/>
              </a:spcAft>
              <a:defRPr sz="1800">
                <a:solidFill>
                  <a:srgbClr val="FF8C00"/>
                </a:solidFill>
              </a:defRPr>
            </a:pPr>
            <a:r>
              <a:t>Many companies are investing in technology to reduce response times</a:t>
            </a:r>
          </a:p>
          <a:p>
            <a:pPr>
              <a:spcAft>
                <a:spcPts val="600"/>
              </a:spcAft>
              <a:defRPr sz="1800">
                <a:solidFill>
                  <a:srgbClr val="404040"/>
                </a:solidFill>
              </a:defRPr>
            </a:pPr>
            <a:r>
              <a:t>Industry trends show a shift towards immediate, automated responses for initial lead contact</a:t>
            </a:r>
          </a:p>
          <a:p>
            <a:pPr>
              <a:spcAft>
                <a:spcPts val="600"/>
              </a:spcAft>
              <a:defRPr sz="1800">
                <a:solidFill>
                  <a:srgbClr val="404040"/>
                </a:solidFill>
              </a:defRPr>
            </a:pPr>
            <a:r>
              <a:t>Some companies are exploring the use of AI chatbots to provide instant responses</a:t>
            </a:r>
          </a:p>
          <a:p>
            <a:pPr>
              <a:spcAft>
                <a:spcPts val="600"/>
              </a:spcAft>
              <a:defRPr sz="1800">
                <a:solidFill>
                  <a:srgbClr val="FF8C00"/>
                </a:solidFill>
              </a:defRPr>
            </a:pPr>
            <a:r>
              <a:t>The electric vehicle segment has a slightly longer response time than the overall auto industry</a:t>
            </a:r>
          </a:p>
          <a:p>
            <a:pPr>
              <a:spcAft>
                <a:spcPts val="600"/>
              </a:spcAft>
              <a:defRPr sz="1800">
                <a:solidFill>
                  <a:srgbClr val="404040"/>
                </a:solidFill>
              </a:defRPr>
            </a:pPr>
            <a:r>
              <a:t>Industry experts predict that response times will continue to decrease with technological advancements.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Proposed Strategies for Response Time Optimization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Implementing a real-time lead response system could help us stay competitive</a:t>
            </a:r>
          </a:p>
          <a:p>
            <a:pPr>
              <a:spcAft>
                <a:spcPts val="600"/>
              </a:spcAft>
              <a:defRPr sz="1800">
                <a:solidFill>
                  <a:srgbClr val="404040"/>
                </a:solidFill>
              </a:defRPr>
            </a:pPr>
            <a:r>
              <a:t>Enhancing our CRM system capabilities might improve lead response times</a:t>
            </a:r>
          </a:p>
          <a:p>
            <a:pPr>
              <a:spcAft>
                <a:spcPts val="600"/>
              </a:spcAft>
              <a:defRPr sz="1800">
                <a:solidFill>
                  <a:srgbClr val="FF8C00"/>
                </a:solidFill>
              </a:defRPr>
            </a:pPr>
            <a:r>
              <a:t>We could consider leveraging AI chatbots for initial lead contact</a:t>
            </a:r>
          </a:p>
          <a:p>
            <a:pPr>
              <a:spcAft>
                <a:spcPts val="600"/>
              </a:spcAft>
              <a:defRPr sz="1800">
                <a:solidFill>
                  <a:srgbClr val="404040"/>
                </a:solidFill>
              </a:defRPr>
            </a:pPr>
            <a:r>
              <a:t>A well-structured training program could help the sales team respond more efficiently</a:t>
            </a:r>
          </a:p>
          <a:p>
            <a:pPr>
              <a:spcAft>
                <a:spcPts val="600"/>
              </a:spcAft>
              <a:defRPr sz="1800">
                <a:solidFill>
                  <a:srgbClr val="404040"/>
                </a:solidFill>
              </a:defRPr>
            </a:pPr>
            <a:r>
              <a:t>A dedicated rapid response team could be beneficial in dealing with high volumes of leads</a:t>
            </a:r>
          </a:p>
          <a:p>
            <a:pPr>
              <a:spcAft>
                <a:spcPts val="600"/>
              </a:spcAft>
              <a:defRPr sz="1800">
                <a:solidFill>
                  <a:srgbClr val="FF8C00"/>
                </a:solidFill>
              </a:defRPr>
            </a:pPr>
            <a:r>
              <a:t>We could explore the potential of predictive analytics to prioritize the fastest-converting leads</a:t>
            </a:r>
          </a:p>
          <a:p>
            <a:pPr>
              <a:spcAft>
                <a:spcPts val="600"/>
              </a:spcAft>
              <a:defRPr sz="1800">
                <a:solidFill>
                  <a:srgbClr val="404040"/>
                </a:solidFill>
              </a:defRPr>
            </a:pPr>
            <a:r>
              <a:t>Regular audits of our lead response process could help identify areas for improvement.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aligning ourselves with industry standards and implementing strategic improvements, we can optimize our lead response times. Let's focus on executing these strategies for a more efficient and effective customer engagement.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