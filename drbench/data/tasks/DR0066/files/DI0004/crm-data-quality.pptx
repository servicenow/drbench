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FF8C00"/>
                </a:solidFill>
              </a:defRPr>
            </a:pPr>
            <a:r>
              <a:t>Improving CRM Data Quality</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the pursuit of more effective marketing and sales strategies, we have conducted an analysis of our CRM data quality. This presentation will shed light on the current state of our data and propose strategies for enhancement.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Current State of CRM Data</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CRM system was last updated in March 2024 with a new interface and improved user experience</a:t>
            </a:r>
          </a:p>
          <a:p>
            <a:pPr>
              <a:spcAft>
                <a:spcPts val="600"/>
              </a:spcAft>
              <a:defRPr sz="1800">
                <a:solidFill>
                  <a:srgbClr val="404040"/>
                </a:solidFill>
              </a:defRPr>
            </a:pPr>
            <a:r>
              <a:t>The CRM system is currently used by all departments across Elexion Automotive</a:t>
            </a:r>
          </a:p>
          <a:p>
            <a:pPr>
              <a:spcAft>
                <a:spcPts val="600"/>
              </a:spcAft>
              <a:defRPr sz="1800">
                <a:solidFill>
                  <a:srgbClr val="4682B4"/>
                </a:solidFill>
              </a:defRPr>
            </a:pPr>
            <a:r>
              <a:t>We have seen a 12% increase in CRM usage since the last quarter of 2024</a:t>
            </a:r>
          </a:p>
          <a:p>
            <a:pPr>
              <a:spcAft>
                <a:spcPts val="600"/>
              </a:spcAft>
              <a:defRPr sz="1800">
                <a:solidFill>
                  <a:srgbClr val="404040"/>
                </a:solidFill>
              </a:defRPr>
            </a:pPr>
            <a:r>
              <a:t>Training modules for CRM usage have been developed and are mandatory for all new hires</a:t>
            </a:r>
          </a:p>
          <a:p>
            <a:pPr>
              <a:spcAft>
                <a:spcPts val="600"/>
              </a:spcAft>
              <a:defRPr sz="1800">
                <a:solidFill>
                  <a:srgbClr val="404040"/>
                </a:solidFill>
              </a:defRPr>
            </a:pPr>
            <a:r>
              <a:t>The CRM system is synced with our social media platforms for better customer interaction</a:t>
            </a:r>
          </a:p>
          <a:p>
            <a:pPr>
              <a:spcAft>
                <a:spcPts val="600"/>
              </a:spcAft>
              <a:defRPr sz="1800">
                <a:solidFill>
                  <a:srgbClr val="4682B4"/>
                </a:solidFill>
              </a:defRPr>
            </a:pPr>
            <a:r>
              <a:t>A recent survey revealed 80% of our employees find the CRM system easy to use and intuitive</a:t>
            </a:r>
          </a:p>
          <a:p>
            <a:pPr>
              <a:spcAft>
                <a:spcPts val="600"/>
              </a:spcAft>
              <a:defRPr sz="1800">
                <a:solidFill>
                  <a:srgbClr val="404040"/>
                </a:solidFill>
              </a:defRPr>
            </a:pPr>
            <a:r>
              <a:t>The CRM system has a dedicated IT support team to address technical issues in real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Impact of Incomplete CRM Data</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Incomplete CRM data can lead to inaccurate customer insights, impacting marketing strategies</a:t>
            </a:r>
          </a:p>
          <a:p>
            <a:pPr>
              <a:spcAft>
                <a:spcPts val="400"/>
              </a:spcAft>
              <a:defRPr sz="1600">
                <a:solidFill>
                  <a:srgbClr val="404040"/>
                </a:solidFill>
              </a:defRPr>
            </a:pPr>
            <a:r>
              <a:t>It can result in inefficient communication with customers, affecting customer satisfaction levels</a:t>
            </a:r>
          </a:p>
          <a:p>
            <a:pPr>
              <a:spcAft>
                <a:spcPts val="400"/>
              </a:spcAft>
              <a:defRPr sz="1600">
                <a:solidFill>
                  <a:srgbClr val="4682B4"/>
                </a:solidFill>
              </a:defRPr>
            </a:pPr>
            <a:r>
              <a:t>Incomplete data might make it difficult to track customer behavior and preferences</a:t>
            </a:r>
          </a:p>
          <a:p>
            <a:pPr>
              <a:spcAft>
                <a:spcPts val="400"/>
              </a:spcAft>
              <a:defRPr sz="1600">
                <a:solidFill>
                  <a:srgbClr val="404040"/>
                </a:solidFill>
              </a:defRPr>
            </a:pPr>
            <a:r>
              <a:t>It could lead to missed sales opportunities due to lack of personalized communication</a:t>
            </a:r>
          </a:p>
          <a:p>
            <a:pPr>
              <a:spcAft>
                <a:spcPts val="400"/>
              </a:spcAft>
              <a:defRPr sz="1600">
                <a:solidFill>
                  <a:srgbClr val="404040"/>
                </a:solidFill>
              </a:defRPr>
            </a:pPr>
            <a:r>
              <a:t>Incomplete CRM data can affect the effectiveness of email marketing campaigns</a:t>
            </a:r>
          </a:p>
          <a:p>
            <a:pPr>
              <a:spcAft>
                <a:spcPts val="400"/>
              </a:spcAft>
              <a:defRPr sz="1600">
                <a:solidFill>
                  <a:srgbClr val="4682B4"/>
                </a:solidFill>
              </a:defRPr>
            </a:pPr>
            <a:r>
              <a:t>Poor data quality can lead to wrong decisions due to inaccurate reports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Strategies for Enhancing CRM Data</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Regular data audits can help identify missing or inaccurate data</a:t>
            </a:r>
          </a:p>
          <a:p>
            <a:pPr>
              <a:spcAft>
                <a:spcPts val="600"/>
              </a:spcAft>
              <a:defRPr sz="1800">
                <a:solidFill>
                  <a:srgbClr val="404040"/>
                </a:solidFill>
              </a:defRPr>
            </a:pPr>
            <a:r>
              <a:t>Implementing a data validation process during data entry can reduce errors</a:t>
            </a:r>
          </a:p>
          <a:p>
            <a:pPr>
              <a:spcAft>
                <a:spcPts val="600"/>
              </a:spcAft>
              <a:defRPr sz="1800">
                <a:solidFill>
                  <a:srgbClr val="4682B4"/>
                </a:solidFill>
              </a:defRPr>
            </a:pPr>
            <a:r>
              <a:t>Training employees on the importance of data completeness can improve data quality</a:t>
            </a:r>
          </a:p>
          <a:p>
            <a:pPr>
              <a:spcAft>
                <a:spcPts val="600"/>
              </a:spcAft>
              <a:defRPr sz="1800">
                <a:solidFill>
                  <a:srgbClr val="404040"/>
                </a:solidFill>
              </a:defRPr>
            </a:pPr>
            <a:r>
              <a:t>Integrating the CRM system with other business systems can ensure data consistency</a:t>
            </a:r>
          </a:p>
          <a:p>
            <a:pPr>
              <a:spcAft>
                <a:spcPts val="600"/>
              </a:spcAft>
              <a:defRPr sz="1800">
                <a:solidFill>
                  <a:srgbClr val="404040"/>
                </a:solidFill>
              </a:defRPr>
            </a:pPr>
            <a:r>
              <a:t>Using data cleaning tools can help remove duplicates and correct inaccurate data</a:t>
            </a:r>
          </a:p>
          <a:p>
            <a:pPr>
              <a:spcAft>
                <a:spcPts val="600"/>
              </a:spcAft>
              <a:defRPr sz="1800">
                <a:solidFill>
                  <a:srgbClr val="4682B4"/>
                </a:solidFill>
              </a:defRPr>
            </a:pPr>
            <a:r>
              <a:t>Implementing a data governance strategy can ensure data management best practices are followed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4682B4"/>
                </a:solidFill>
              </a:defRPr>
            </a:pPr>
            <a:r>
              <a:t>Our CRM data currently contains a significant percentage of incomplete entries, which affects our marketing and sales efforts. To improve data quality, we need to implement a comprehensive data management strategy and regularly monitor data integrity.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