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7030A0"/>
                </a:solidFill>
              </a:defRPr>
            </a:pPr>
            <a:r>
              <a:t>MediConn's API Development Progress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Today, we'll be reviewing the API development progress achieved by our team up until Q3 2025. This information will provide us valuable insights into our ongoing tech initiatives.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API Development Roadmap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roadmap began with a comprehensive industry study in 2024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It was decided to adopt a hybrid model of in-house and outsourced API development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The roadmap has been designed to align with regulatory changes in the healthcare industry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 phased approach was adopted for developing APIs, focusing first on core functionalities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 dedicated team was established in 2024 to oversee the roadmap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The roadmap aims to strengthen our competitive position in the virtual healthcare industry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roadmap is periodically reviewed and updated to reflect changes in the business or technology landscape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Internal API Development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development process is guided by Agile methodologies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Regular sprint reviews are conducted to evaluate progress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There is a strong emphasis on security best practices during development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team has adopted a DevOps culture to improve collaboration between development and operations teams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development team has regular training sessions to keep up with latest industry trends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The team has demonstrated a strong commitment to comply with healthcare data privacy regulations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 robust testing and quality assurance process is in place to ensure the reliability of the APIs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Impact on Virtual Healthcare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APIs are expected to streamline our service delivery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Integration with third-party services will be easier with these APIs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The APIs will help to improve the user experience for our patients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APIs will provide a foundation for future service expansion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digital transformation of our services is a key objective of the API development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The APIs will support the implementation of advanced data analytics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APIs are designed to be scalable, supporting our growth strategy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C000"/>
                </a:solidFill>
              </a:defRPr>
            </a:pPr>
            <a:r>
              <a:t>As shown, our team has made significant strides in API development this year. Moving forward, let's continue to leverage these advancements to enhance our remote healthcare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