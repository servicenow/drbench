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FSMA 204 Compliance: Customer Perception &amp; Progress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explore our customers' views on our commitment to FSMA 204 compliance. We'll also assess our progress and identify areas for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Understanding FSMA 204: An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FSMA 204 is a federal law enacted in 2011 to ensure food safety</a:t>
            </a:r>
          </a:p>
          <a:p>
            <a:pPr>
              <a:spcAft>
                <a:spcPts val="600"/>
              </a:spcAft>
              <a:defRPr sz="1800">
                <a:solidFill>
                  <a:srgbClr val="404040"/>
                </a:solidFill>
              </a:defRPr>
            </a:pPr>
            <a:r>
              <a:t>It shifts the focus of federal regulators from responding to contamination to preventing it</a:t>
            </a:r>
          </a:p>
          <a:p>
            <a:pPr>
              <a:spcAft>
                <a:spcPts val="600"/>
              </a:spcAft>
              <a:defRPr sz="1800">
                <a:solidFill>
                  <a:srgbClr val="FF6347"/>
                </a:solidFill>
              </a:defRPr>
            </a:pPr>
            <a:r>
              <a:t>This legislation is applicable to all companies that manufacture, process, pack, or hold food</a:t>
            </a:r>
          </a:p>
          <a:p>
            <a:pPr>
              <a:spcAft>
                <a:spcPts val="600"/>
              </a:spcAft>
              <a:defRPr sz="1800">
                <a:solidFill>
                  <a:srgbClr val="404040"/>
                </a:solidFill>
              </a:defRPr>
            </a:pPr>
            <a:r>
              <a:t>It mandates companies to have a written preventive controls plan</a:t>
            </a:r>
          </a:p>
          <a:p>
            <a:pPr>
              <a:spcAft>
                <a:spcPts val="600"/>
              </a:spcAft>
              <a:defRPr sz="1800">
                <a:solidFill>
                  <a:srgbClr val="404040"/>
                </a:solidFill>
              </a:defRPr>
            </a:pPr>
            <a:r>
              <a:t>This plan should outline how the company will prevent food safety hazards</a:t>
            </a:r>
          </a:p>
          <a:p>
            <a:pPr>
              <a:spcAft>
                <a:spcPts val="600"/>
              </a:spcAft>
              <a:defRPr sz="1800">
                <a:solidFill>
                  <a:srgbClr val="FF6347"/>
                </a:solidFill>
              </a:defRPr>
            </a:pPr>
            <a:r>
              <a:t>It should also include a plan for correcting any problems that could arise</a:t>
            </a:r>
          </a:p>
          <a:p>
            <a:pPr>
              <a:spcAft>
                <a:spcPts val="600"/>
              </a:spcAft>
              <a:defRPr sz="1800">
                <a:solidFill>
                  <a:srgbClr val="404040"/>
                </a:solidFill>
              </a:defRPr>
            </a:pPr>
            <a:r>
              <a:t>The law also includes mandatory inspections by the FDA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Lee's Market Current Compliance Initiatives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has a dedicated FSMA 204 compliance team</a:t>
            </a:r>
          </a:p>
          <a:p>
            <a:pPr>
              <a:spcAft>
                <a:spcPts val="400"/>
              </a:spcAft>
              <a:defRPr sz="1600">
                <a:solidFill>
                  <a:srgbClr val="404040"/>
                </a:solidFill>
              </a:defRPr>
            </a:pPr>
            <a:r>
              <a:t>The team is responsible for developing and implementing our preventive controls plan</a:t>
            </a:r>
          </a:p>
          <a:p>
            <a:pPr>
              <a:spcAft>
                <a:spcPts val="400"/>
              </a:spcAft>
              <a:defRPr sz="1600">
                <a:solidFill>
                  <a:srgbClr val="FF6347"/>
                </a:solidFill>
              </a:defRPr>
            </a:pPr>
            <a:r>
              <a:t>We conduct regular internal audits to ensure compliance with FSMA 204</a:t>
            </a:r>
          </a:p>
          <a:p>
            <a:pPr>
              <a:spcAft>
                <a:spcPts val="400"/>
              </a:spcAft>
              <a:defRPr sz="1600">
                <a:solidFill>
                  <a:srgbClr val="404040"/>
                </a:solidFill>
              </a:defRPr>
            </a:pPr>
            <a:r>
              <a:t>Our training programs educate employees about food safety regulations</a:t>
            </a:r>
          </a:p>
          <a:p>
            <a:pPr>
              <a:spcAft>
                <a:spcPts val="400"/>
              </a:spcAft>
              <a:defRPr sz="1600">
                <a:solidFill>
                  <a:srgbClr val="404040"/>
                </a:solidFill>
              </a:defRPr>
            </a:pPr>
            <a:r>
              <a:t>We maintain thorough records as required by FSMA 204</a:t>
            </a:r>
          </a:p>
          <a:p>
            <a:pPr>
              <a:spcAft>
                <a:spcPts val="400"/>
              </a:spcAft>
              <a:defRPr sz="1600">
                <a:solidFill>
                  <a:srgbClr val="FF6347"/>
                </a:solidFill>
              </a:defRPr>
            </a:pPr>
            <a:r>
              <a:t>Our suppliers are also subject to our strict compliance requirements</a:t>
            </a:r>
          </a:p>
          <a:p>
            <a:pPr>
              <a:spcAft>
                <a:spcPts val="400"/>
              </a:spcAft>
              <a:defRPr sz="1600">
                <a:solidFill>
                  <a:srgbClr val="404040"/>
                </a:solidFill>
              </a:defRPr>
            </a:pPr>
            <a:r>
              <a:t>We communicate openly with regulatory authorities about our compliance efforts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Customer Perceptions on FSMA 204 Compliance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Customers increasingly prioritize food safety when choosing where to shop</a:t>
            </a:r>
          </a:p>
          <a:p>
            <a:pPr>
              <a:spcAft>
                <a:spcPts val="600"/>
              </a:spcAft>
              <a:defRPr sz="1800">
                <a:solidFill>
                  <a:srgbClr val="404040"/>
                </a:solidFill>
              </a:defRPr>
            </a:pPr>
            <a:r>
              <a:t>Many customers are aware of FSMA 204 and its implications</a:t>
            </a:r>
          </a:p>
          <a:p>
            <a:pPr>
              <a:spcAft>
                <a:spcPts val="600"/>
              </a:spcAft>
              <a:defRPr sz="1800">
                <a:solidFill>
                  <a:srgbClr val="FF6347"/>
                </a:solidFill>
              </a:defRPr>
            </a:pPr>
            <a:r>
              <a:t>Food safety scandals can significantly impact customer trust and brand reputation</a:t>
            </a:r>
          </a:p>
          <a:p>
            <a:pPr>
              <a:spcAft>
                <a:spcPts val="600"/>
              </a:spcAft>
              <a:defRPr sz="1800">
                <a:solidFill>
                  <a:srgbClr val="404040"/>
                </a:solidFill>
              </a:defRPr>
            </a:pPr>
            <a:r>
              <a:t>Transparency about compliance efforts can positively influence customer perceptions</a:t>
            </a:r>
          </a:p>
          <a:p>
            <a:pPr>
              <a:spcAft>
                <a:spcPts val="600"/>
              </a:spcAft>
              <a:defRPr sz="1800">
                <a:solidFill>
                  <a:srgbClr val="404040"/>
                </a:solidFill>
              </a:defRPr>
            </a:pPr>
            <a:r>
              <a:t>Customers appreciate when companies take proactive steps to ensure food safety</a:t>
            </a:r>
          </a:p>
          <a:p>
            <a:pPr>
              <a:spcAft>
                <a:spcPts val="600"/>
              </a:spcAft>
              <a:defRPr sz="1800">
                <a:solidFill>
                  <a:srgbClr val="FF6347"/>
                </a:solidFill>
              </a:defRPr>
            </a:pPr>
            <a:r>
              <a:t>Social media and online reviews provide platforms for customers to share their opinions on food safety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6347"/>
                </a:solidFill>
              </a:defRPr>
            </a:pPr>
            <a:r>
              <a:t>Our customers are largely aware of our progress towards FSMA 204 compliance. Moving forward, we'll need to enhance our communication strategies to better express our commitment to compliance and food safety.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