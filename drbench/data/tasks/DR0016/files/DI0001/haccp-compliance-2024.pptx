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B050"/>
                </a:solidFill>
              </a:defRPr>
            </a:pPr>
            <a:r>
              <a:t>HACCP Compliance Evaluation 2024</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aims to discuss our adherence to HACCP Food Safety Compliance in 2024. We will take a close look at our food safety measures, auditing results, and areas of improvement.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2024 Food Safety Initiatives Overview</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Launched 'Safe and Fresh' program, aimed at improving food handling procedures</a:t>
            </a:r>
          </a:p>
          <a:p>
            <a:pPr>
              <a:spcAft>
                <a:spcPts val="400"/>
              </a:spcAft>
              <a:defRPr sz="1600">
                <a:solidFill>
                  <a:srgbClr val="404040"/>
                </a:solidFill>
              </a:defRPr>
            </a:pPr>
            <a:r>
              <a:t>Invested in advanced refrigeration systems to ensure product freshness</a:t>
            </a:r>
          </a:p>
          <a:p>
            <a:pPr>
              <a:spcAft>
                <a:spcPts val="400"/>
              </a:spcAft>
              <a:defRPr sz="1600">
                <a:solidFill>
                  <a:srgbClr val="FF8243"/>
                </a:solidFill>
              </a:defRPr>
            </a:pPr>
            <a:r>
              <a:t>Adopted a new vendor vetting process for increased quality control</a:t>
            </a:r>
          </a:p>
          <a:p>
            <a:pPr>
              <a:spcAft>
                <a:spcPts val="400"/>
              </a:spcAft>
              <a:defRPr sz="1600">
                <a:solidFill>
                  <a:srgbClr val="404040"/>
                </a:solidFill>
              </a:defRPr>
            </a:pPr>
            <a:r>
              <a:t>Implemented an in-store sanitation training program for all employees</a:t>
            </a:r>
          </a:p>
          <a:p>
            <a:pPr>
              <a:spcAft>
                <a:spcPts val="400"/>
              </a:spcAft>
              <a:defRPr sz="1600">
                <a:solidFill>
                  <a:srgbClr val="404040"/>
                </a:solidFill>
              </a:defRPr>
            </a:pPr>
            <a:r>
              <a:t>Conducted a comprehensive review of supply chain processes for potential risks</a:t>
            </a:r>
          </a:p>
          <a:p>
            <a:pPr>
              <a:spcAft>
                <a:spcPts val="400"/>
              </a:spcAft>
              <a:defRPr sz="1600">
                <a:solidFill>
                  <a:srgbClr val="FF8243"/>
                </a:solidFill>
              </a:defRPr>
            </a:pPr>
            <a:r>
              <a:t>Initiated a partnership with local food safety organizations to promote awareness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HACCP Audit Findings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Conducted bi-annual internal audits to assess food safety practices</a:t>
            </a:r>
          </a:p>
          <a:p>
            <a:pPr>
              <a:spcAft>
                <a:spcPts val="600"/>
              </a:spcAft>
              <a:defRPr sz="1800">
                <a:solidFill>
                  <a:srgbClr val="404040"/>
                </a:solidFill>
              </a:defRPr>
            </a:pPr>
            <a:r>
              <a:t>Collaborated with external auditors for unbiased evaluation</a:t>
            </a:r>
          </a:p>
          <a:p>
            <a:pPr>
              <a:spcAft>
                <a:spcPts val="600"/>
              </a:spcAft>
              <a:defRPr sz="1800">
                <a:solidFill>
                  <a:srgbClr val="FF8243"/>
                </a:solidFill>
              </a:defRPr>
            </a:pPr>
            <a:r>
              <a:t>Identified minor non-compliance issues in some stores, addressed immediately</a:t>
            </a:r>
          </a:p>
          <a:p>
            <a:pPr>
              <a:spcAft>
                <a:spcPts val="600"/>
              </a:spcAft>
              <a:defRPr sz="1800">
                <a:solidFill>
                  <a:srgbClr val="404040"/>
                </a:solidFill>
              </a:defRPr>
            </a:pPr>
            <a:r>
              <a:t>Initiated corrective actions based on audit recommendations</a:t>
            </a:r>
          </a:p>
          <a:p>
            <a:pPr>
              <a:spcAft>
                <a:spcPts val="600"/>
              </a:spcAft>
              <a:defRPr sz="1800">
                <a:solidFill>
                  <a:srgbClr val="404040"/>
                </a:solidFill>
              </a:defRPr>
            </a:pPr>
            <a:r>
              <a:t>Implemented a new tracking system for audit findings and corrective actions</a:t>
            </a:r>
          </a:p>
          <a:p>
            <a:pPr>
              <a:spcAft>
                <a:spcPts val="600"/>
              </a:spcAft>
              <a:defRPr sz="1800">
                <a:solidFill>
                  <a:srgbClr val="FF8243"/>
                </a:solidFill>
              </a:defRPr>
            </a:pPr>
            <a:r>
              <a:t>Evaluated effectiveness of corrective actions through follow-up audits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Improvement Strategies for HACCP Compliance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Initiated a company-wide training program on HACCP principles</a:t>
            </a:r>
          </a:p>
          <a:p>
            <a:pPr>
              <a:spcAft>
                <a:spcPts val="600"/>
              </a:spcAft>
              <a:defRPr sz="1800">
                <a:solidFill>
                  <a:srgbClr val="404040"/>
                </a:solidFill>
              </a:defRPr>
            </a:pPr>
            <a:r>
              <a:t>Invested in new technology to improve hazard analysis process</a:t>
            </a:r>
          </a:p>
          <a:p>
            <a:pPr>
              <a:spcAft>
                <a:spcPts val="600"/>
              </a:spcAft>
              <a:defRPr sz="1800">
                <a:solidFill>
                  <a:srgbClr val="FF8243"/>
                </a:solidFill>
              </a:defRPr>
            </a:pPr>
            <a:r>
              <a:t>Strengthened vendor contracts to include stricter food safety requirements</a:t>
            </a:r>
          </a:p>
          <a:p>
            <a:pPr>
              <a:spcAft>
                <a:spcPts val="600"/>
              </a:spcAft>
              <a:defRPr sz="1800">
                <a:solidFill>
                  <a:srgbClr val="404040"/>
                </a:solidFill>
              </a:defRPr>
            </a:pPr>
            <a:r>
              <a:t>Implemented a corrective action plan to address identified non-compliance issues</a:t>
            </a:r>
          </a:p>
          <a:p>
            <a:pPr>
              <a:spcAft>
                <a:spcPts val="600"/>
              </a:spcAft>
              <a:defRPr sz="1800">
                <a:solidFill>
                  <a:srgbClr val="404040"/>
                </a:solidFill>
              </a:defRPr>
            </a:pPr>
            <a:r>
              <a:t>Developed a HACCP compliance dashboard for real-time monitoring</a:t>
            </a:r>
          </a:p>
          <a:p>
            <a:pPr>
              <a:spcAft>
                <a:spcPts val="600"/>
              </a:spcAft>
              <a:defRPr sz="1800">
                <a:solidFill>
                  <a:srgbClr val="FF8243"/>
                </a:solidFill>
              </a:defRPr>
            </a:pPr>
            <a:r>
              <a:t>Established a cross-functional team to oversee HACCP compliance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Conclusion</a:t>
            </a:r>
          </a:p>
        </p:txBody>
      </p:sp>
      <p:sp>
        <p:nvSpPr>
          <p:cNvPr id="3" name="Content Placeholder 2"/>
          <p:cNvSpPr>
            <a:spLocks noGrp="1"/>
          </p:cNvSpPr>
          <p:nvPr>
            <p:ph idx="1"/>
          </p:nvPr>
        </p:nvSpPr>
        <p:spPr>
          <a:xfrm>
            <a:off x="457200" y="1828800"/>
            <a:ext cx="4114800" cy="3657600"/>
          </a:xfrm>
        </p:spPr>
        <p:txBody>
          <a:bodyPr/>
          <a:lstStyle/>
          <a:p/>
          <a:p>
            <a:pPr>
              <a:spcAft>
                <a:spcPts val="800"/>
              </a:spcAft>
              <a:defRPr sz="1800" b="1">
                <a:solidFill>
                  <a:srgbClr val="FF8243"/>
                </a:solidFill>
              </a:defRPr>
            </a:pPr>
            <a:r>
              <a:t>While Lee's Market has largely maintained HACCP compliance, there are areas for improvement. We need to continue refining our food safety procedures to ensure our standards are consistently met and surpassed.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