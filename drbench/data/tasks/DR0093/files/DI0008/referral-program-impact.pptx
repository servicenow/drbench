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B050"/>
                </a:solidFill>
              </a:defRPr>
            </a:pPr>
            <a:r>
              <a:t>MediConn Referral Program Impact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B050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We are here today to review the impact of our referral program on new patient acquisition in 2024. We will break down the results, trends and forecast potential growth.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B050"/>
                </a:solidFill>
              </a:defRPr>
            </a:pPr>
            <a:r>
              <a:t>2024 Referral Program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referral program was launched in Q2 2024 to attract new patients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program was promoted primarily through social media and email marketing</a:t>
            </a:r>
          </a:p>
          <a:p>
            <a:pPr>
              <a:spcAft>
                <a:spcPts val="400"/>
              </a:spcAft>
              <a:defRPr sz="1600">
                <a:solidFill>
                  <a:srgbClr val="FF8243"/>
                </a:solidFill>
              </a:defRPr>
            </a:pPr>
            <a:r>
              <a:t>Incentives offered included discounts on future consultations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program was managed by the customer relations department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referral process was automated through the MediConn app</a:t>
            </a:r>
          </a:p>
          <a:p>
            <a:pPr>
              <a:spcAft>
                <a:spcPts val="400"/>
              </a:spcAft>
              <a:defRPr sz="1600">
                <a:solidFill>
                  <a:srgbClr val="FF8243"/>
                </a:solidFill>
              </a:defRPr>
            </a:pPr>
            <a:r>
              <a:t>The referral program was well received with high user engagement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program was aligned with industry standards and regulations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B050"/>
                </a:solidFill>
              </a:defRPr>
            </a:pPr>
            <a:r>
              <a:t>New Patient Registrations via Referral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Referrals became a major source of new patient registrations in 2024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 significant proportion of new patients were introduced through existing patients</a:t>
            </a:r>
          </a:p>
          <a:p>
            <a:pPr>
              <a:spcAft>
                <a:spcPts val="600"/>
              </a:spcAft>
              <a:defRPr sz="1800">
                <a:solidFill>
                  <a:srgbClr val="FF8243"/>
                </a:solidFill>
              </a:defRPr>
            </a:pPr>
            <a:r>
              <a:t>The demographics of referred patients were diverse, with a majority in the 30-45 age bracket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Feedback from referred patients indicated high satisfaction with the registration process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Referred patients showed high engagement rates with our digital health services</a:t>
            </a:r>
          </a:p>
          <a:p>
            <a:pPr>
              <a:spcAft>
                <a:spcPts val="600"/>
              </a:spcAft>
              <a:defRPr sz="1800">
                <a:solidFill>
                  <a:srgbClr val="FF8243"/>
                </a:solidFill>
              </a:defRPr>
            </a:pPr>
            <a:r>
              <a:t>The customer relations team facilitated the integration of new referrals into our systems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B050"/>
                </a:solidFill>
              </a:defRPr>
            </a:pPr>
            <a:r>
              <a:t>Referral Program Enhancements for Future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Future enhancements to the program include expanding to more marketing channels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feedback loop will be improved for better understanding of patient needs</a:t>
            </a:r>
          </a:p>
          <a:p>
            <a:pPr>
              <a:spcAft>
                <a:spcPts val="600"/>
              </a:spcAft>
              <a:defRPr sz="1800">
                <a:solidFill>
                  <a:srgbClr val="FF8243"/>
                </a:solidFill>
              </a:defRPr>
            </a:pPr>
            <a:r>
              <a:t>The referral reward system will be optimized based on patient feedback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We are considering partnerships with pharmacies for better reward offerings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app interface will be updated for easier referral process</a:t>
            </a:r>
          </a:p>
          <a:p>
            <a:pPr>
              <a:spcAft>
                <a:spcPts val="600"/>
              </a:spcAft>
              <a:defRPr sz="1800">
                <a:solidFill>
                  <a:srgbClr val="FF8243"/>
                </a:solidFill>
              </a:defRPr>
            </a:pPr>
            <a:r>
              <a:t>The registration process for referred patients will be further simplified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success metrics for the program will be reevaluated and updated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B050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 b="1">
                <a:solidFill>
                  <a:srgbClr val="FF8243"/>
                </a:solidFill>
              </a:defRPr>
            </a:pPr>
            <a:r>
              <a:t>Our referral program has been instrumental in driving new patient registrations in 2024. To continue our growth, we should consider refining our referral strategies based on the insights gathered.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