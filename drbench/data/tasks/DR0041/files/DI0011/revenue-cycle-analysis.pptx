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Revenue Cycle Software: Current Usage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delve into an in-depth examination of our current usage of the Revenue Cycle Software system. This analysis will provide valuable insights into system efficiency and potential areas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Revenue Cycle Management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Revenue Cycle Management (RCM) is essential for maintaining financial stability in healthcare organizations</a:t>
            </a:r>
          </a:p>
          <a:p>
            <a:pPr>
              <a:spcAft>
                <a:spcPts val="400"/>
              </a:spcAft>
              <a:defRPr sz="1600">
                <a:solidFill>
                  <a:srgbClr val="404040"/>
                </a:solidFill>
              </a:defRPr>
            </a:pPr>
            <a:r>
              <a:t>RCM comprises various stages including patient pre-registration, claim submission, and final payment</a:t>
            </a:r>
          </a:p>
          <a:p>
            <a:pPr>
              <a:spcAft>
                <a:spcPts val="400"/>
              </a:spcAft>
              <a:defRPr sz="1600">
                <a:solidFill>
                  <a:srgbClr val="FFD700"/>
                </a:solidFill>
              </a:defRPr>
            </a:pPr>
            <a:r>
              <a:t>Advanced RCM systems can help in identifying unpaid claims and minimizing claim denials</a:t>
            </a:r>
          </a:p>
          <a:p>
            <a:pPr>
              <a:spcAft>
                <a:spcPts val="400"/>
              </a:spcAft>
              <a:defRPr sz="1600">
                <a:solidFill>
                  <a:srgbClr val="404040"/>
                </a:solidFill>
              </a:defRPr>
            </a:pPr>
            <a:r>
              <a:t>RCM implementation requires staff training and technology investment</a:t>
            </a:r>
          </a:p>
          <a:p>
            <a:pPr>
              <a:spcAft>
                <a:spcPts val="400"/>
              </a:spcAft>
              <a:defRPr sz="1600">
                <a:solidFill>
                  <a:srgbClr val="404040"/>
                </a:solidFill>
              </a:defRPr>
            </a:pPr>
            <a:r>
              <a:t>Successful RCM can lead to increased patient satisfaction and better resource allocation</a:t>
            </a:r>
          </a:p>
          <a:p>
            <a:pPr>
              <a:spcAft>
                <a:spcPts val="400"/>
              </a:spcAft>
              <a:defRPr sz="1600">
                <a:solidFill>
                  <a:srgbClr val="FFD700"/>
                </a:solidFill>
              </a:defRPr>
            </a:pPr>
            <a:r>
              <a:t>Adoption of RCM has been a rising trend in the healthcare industry since 2010</a:t>
            </a:r>
          </a:p>
          <a:p>
            <a:pPr>
              <a:spcAft>
                <a:spcPts val="400"/>
              </a:spcAft>
              <a:defRPr sz="1600">
                <a:solidFill>
                  <a:srgbClr val="404040"/>
                </a:solidFill>
              </a:defRPr>
            </a:pPr>
            <a:r>
              <a:t>By 2024, the global RCM market is projected to reach $90 billion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Current Revenue Cycle Software Utilization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Revenue Cycle Software enhances billing accuracy, streamlines workflows, and reduces administrative burdens</a:t>
            </a:r>
          </a:p>
          <a:p>
            <a:pPr>
              <a:spcAft>
                <a:spcPts val="600"/>
              </a:spcAft>
              <a:defRPr sz="1800">
                <a:solidFill>
                  <a:srgbClr val="404040"/>
                </a:solidFill>
              </a:defRPr>
            </a:pPr>
            <a:r>
              <a:t>Effective use of software can lead to improved cash flow and financial performance</a:t>
            </a:r>
          </a:p>
          <a:p>
            <a:pPr>
              <a:spcAft>
                <a:spcPts val="600"/>
              </a:spcAft>
              <a:defRPr sz="1800">
                <a:solidFill>
                  <a:srgbClr val="FFD700"/>
                </a:solidFill>
              </a:defRPr>
            </a:pPr>
            <a:r>
              <a:t>Implementation of such software requires careful consideration of the organization's specific needs and capabilities</a:t>
            </a:r>
          </a:p>
          <a:p>
            <a:pPr>
              <a:spcAft>
                <a:spcPts val="600"/>
              </a:spcAft>
              <a:defRPr sz="1800">
                <a:solidFill>
                  <a:srgbClr val="404040"/>
                </a:solidFill>
              </a:defRPr>
            </a:pPr>
            <a:r>
              <a:t>Despite the potential advantages, adoption rates for Revenue Cycle Software in the healthcare industry still vary</a:t>
            </a:r>
          </a:p>
          <a:p>
            <a:pPr>
              <a:spcAft>
                <a:spcPts val="600"/>
              </a:spcAft>
              <a:defRPr sz="1800">
                <a:solidFill>
                  <a:srgbClr val="404040"/>
                </a:solidFill>
              </a:defRPr>
            </a:pPr>
            <a:r>
              <a:t>As of 2023, about 70% of healthcare facilities in the U.S. have implemented some form of Revenue Cycle Software</a:t>
            </a:r>
          </a:p>
          <a:p>
            <a:pPr>
              <a:spcAft>
                <a:spcPts val="600"/>
              </a:spcAft>
              <a:defRPr sz="1800">
                <a:solidFill>
                  <a:srgbClr val="FFD700"/>
                </a:solidFill>
              </a:defRPr>
            </a:pPr>
            <a:r>
              <a:t>Comprehensive training and continuous user support are crucial for the successful deployment of Revenue Cycle Software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Implications for Future Business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Technological advancements in RCM software can potentially influence future business strategies</a:t>
            </a:r>
          </a:p>
          <a:p>
            <a:pPr>
              <a:spcAft>
                <a:spcPts val="600"/>
              </a:spcAft>
              <a:defRPr sz="1800">
                <a:solidFill>
                  <a:srgbClr val="404040"/>
                </a:solidFill>
              </a:defRPr>
            </a:pPr>
            <a:r>
              <a:t>Organizations need to stay updated with regulatory changes impacting RCM</a:t>
            </a:r>
          </a:p>
          <a:p>
            <a:pPr>
              <a:spcAft>
                <a:spcPts val="600"/>
              </a:spcAft>
              <a:defRPr sz="1800">
                <a:solidFill>
                  <a:srgbClr val="FFD700"/>
                </a:solidFill>
              </a:defRPr>
            </a:pPr>
            <a:r>
              <a:t>Increased patient engagement is a likely future trend in the healthcare industry, which could influence RCM strategies</a:t>
            </a:r>
          </a:p>
          <a:p>
            <a:pPr>
              <a:spcAft>
                <a:spcPts val="600"/>
              </a:spcAft>
              <a:defRPr sz="1800">
                <a:solidFill>
                  <a:srgbClr val="404040"/>
                </a:solidFill>
              </a:defRPr>
            </a:pPr>
            <a:r>
              <a:t>The growing popularity of virtual healthcare could further enhance RCM in the future</a:t>
            </a:r>
          </a:p>
          <a:p>
            <a:pPr>
              <a:spcAft>
                <a:spcPts val="600"/>
              </a:spcAft>
              <a:defRPr sz="1800">
                <a:solidFill>
                  <a:srgbClr val="404040"/>
                </a:solidFill>
              </a:defRPr>
            </a:pPr>
            <a:r>
              <a:t>The integration of AI in RCM has the potential to drastically improve efficiency and accuracy</a:t>
            </a:r>
          </a:p>
          <a:p>
            <a:pPr>
              <a:spcAft>
                <a:spcPts val="600"/>
              </a:spcAft>
              <a:defRPr sz="1800">
                <a:solidFill>
                  <a:srgbClr val="FFD700"/>
                </a:solidFill>
              </a:defRPr>
            </a:pPr>
            <a:r>
              <a:t>The potential for international expansion may require adjustments to RCM practices to comply with global healthcare regulations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The analysis of our current Revenue Cycle Software usage enables us to identify strengths and potential areas for improvement. Let's leverage these insights to enhance our business strategies and improve overall operational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