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Leveraging CRM for Virtual Healthcare Growth</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strive to expand our clientele in 2026, understanding the role of Customer Relationship Management (CRM) software in analyzing crucial business data becomes imperative. This presentation will highlight how CRM insights can drive growth for MediConn's virtual healthcare services.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Understanding CRM's Role in Healthcare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CRM systems offer the capacity to consolidate vast amounts of patient data, streamlining communication efforts and tracking patient interactions.</a:t>
            </a:r>
          </a:p>
          <a:p>
            <a:pPr>
              <a:spcAft>
                <a:spcPts val="400"/>
              </a:spcAft>
              <a:defRPr sz="1600">
                <a:solidFill>
                  <a:srgbClr val="404040"/>
                </a:solidFill>
              </a:defRPr>
            </a:pPr>
            <a:r>
              <a:t>Personalization of CRM system capabilities allows a tailored approach to meet MediConn Solutions' specific needs as a virtual healthcare provider.</a:t>
            </a:r>
          </a:p>
          <a:p>
            <a:pPr>
              <a:spcAft>
                <a:spcPts val="400"/>
              </a:spcAft>
              <a:defRPr sz="1600">
                <a:solidFill>
                  <a:srgbClr val="FFC000"/>
                </a:solidFill>
              </a:defRPr>
            </a:pPr>
            <a:r>
              <a:t>Our transition from the Electronic Health Records (EHR) system to a CRM system is well underway, with 75% of patient data successfully migrated.</a:t>
            </a:r>
          </a:p>
          <a:p>
            <a:pPr>
              <a:spcAft>
                <a:spcPts val="400"/>
              </a:spcAft>
              <a:defRPr sz="1600">
                <a:solidFill>
                  <a:srgbClr val="404040"/>
                </a:solidFill>
              </a:defRPr>
            </a:pPr>
            <a:r>
              <a:t>Remaining 25% of the patient data is expected to be transferred from the EHR to the CRM system in the upcoming months.</a:t>
            </a:r>
          </a:p>
          <a:p>
            <a:pPr>
              <a:spcAft>
                <a:spcPts val="400"/>
              </a:spcAft>
              <a:defRPr sz="1600">
                <a:solidFill>
                  <a:srgbClr val="404040"/>
                </a:solidFill>
              </a:defRPr>
            </a:pPr>
            <a:r>
              <a:t>Implementation of CRM systems can enhance our sales efforts, simplifying processes of new client acquisition, task management, and business performance forecasting.</a:t>
            </a:r>
          </a:p>
          <a:p>
            <a:pPr>
              <a:spcAft>
                <a:spcPts val="400"/>
              </a:spcAft>
              <a:defRPr sz="1600">
                <a:solidFill>
                  <a:srgbClr val="FFC000"/>
                </a:solidFill>
              </a:defRPr>
            </a:pPr>
            <a:r>
              <a:t>This new data management approach will provide a more unified view of our patients, aiding in our goal of client growth for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Analyzing Business Data with CRM</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CRM systems can collect a wide range of data, including patient demographics, visit history, and billing information.</a:t>
            </a:r>
          </a:p>
          <a:p>
            <a:pPr>
              <a:spcAft>
                <a:spcPts val="600"/>
              </a:spcAft>
              <a:defRPr sz="1800">
                <a:solidFill>
                  <a:srgbClr val="404040"/>
                </a:solidFill>
              </a:defRPr>
            </a:pPr>
            <a:r>
              <a:t>They can generate reports on patient satisfaction, staff productivity, and operational efficiency.</a:t>
            </a:r>
          </a:p>
          <a:p>
            <a:pPr>
              <a:spcAft>
                <a:spcPts val="600"/>
              </a:spcAft>
              <a:defRPr sz="1800">
                <a:solidFill>
                  <a:srgbClr val="FFC000"/>
                </a:solidFill>
              </a:defRPr>
            </a:pPr>
            <a:r>
              <a:t>Advanced CRM systems can integrate with other software, such as EHR systems, to provide a more comprehensive view of the business.</a:t>
            </a:r>
          </a:p>
          <a:p>
            <a:pPr>
              <a:spcAft>
                <a:spcPts val="600"/>
              </a:spcAft>
              <a:defRPr sz="1800">
                <a:solidFill>
                  <a:srgbClr val="404040"/>
                </a:solidFill>
              </a:defRPr>
            </a:pPr>
            <a:r>
              <a:t>Using CRM, businesses can track key performance indicators (KPIs) and monitor their progress towards goals.</a:t>
            </a:r>
          </a:p>
          <a:p>
            <a:pPr>
              <a:spcAft>
                <a:spcPts val="600"/>
              </a:spcAft>
              <a:defRPr sz="1800">
                <a:solidFill>
                  <a:srgbClr val="404040"/>
                </a:solidFill>
              </a:defRPr>
            </a:pPr>
            <a:r>
              <a:t>In a 2024 study, businesses that used CRM reported a 15% increase in productivity.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Strategizing Client Growth Using CRM Insights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CRM insights can help identify patterns and trends in patient behavior.</a:t>
            </a:r>
          </a:p>
          <a:p>
            <a:pPr>
              <a:spcAft>
                <a:spcPts val="600"/>
              </a:spcAft>
              <a:defRPr sz="1800">
                <a:solidFill>
                  <a:srgbClr val="404040"/>
                </a:solidFill>
              </a:defRPr>
            </a:pPr>
            <a:r>
              <a:t>They can also highlight potential areas of improvement in service delivery.</a:t>
            </a:r>
          </a:p>
          <a:p>
            <a:pPr>
              <a:spcAft>
                <a:spcPts val="600"/>
              </a:spcAft>
              <a:defRPr sz="1800">
                <a:solidFill>
                  <a:srgbClr val="FFC000"/>
                </a:solidFill>
              </a:defRPr>
            </a:pPr>
            <a:r>
              <a:t>CRM can help forecast future patient volumes based on historical data and trends.</a:t>
            </a:r>
          </a:p>
          <a:p>
            <a:pPr>
              <a:spcAft>
                <a:spcPts val="600"/>
              </a:spcAft>
              <a:defRPr sz="1800">
                <a:solidFill>
                  <a:srgbClr val="404040"/>
                </a:solidFill>
              </a:defRPr>
            </a:pPr>
            <a:r>
              <a:t>Using CRM insights, businesses can develop targeted marketing campaigns to attract new patients.</a:t>
            </a:r>
          </a:p>
          <a:p>
            <a:pPr>
              <a:spcAft>
                <a:spcPts val="600"/>
              </a:spcAft>
              <a:defRPr sz="1800">
                <a:solidFill>
                  <a:srgbClr val="404040"/>
                </a:solidFill>
              </a:defRPr>
            </a:pPr>
            <a:r>
              <a:t>A 2025 survey found that healthcare organizations using CRM insights for growth planning saw a 20% increase in patient retention.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By harnessing CRM's data analysis capabilities, we can identify potential opportunities and strategies to grow our virtual healthcare clientele. Let's leverage these insights to develop an action plan for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