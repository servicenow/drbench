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MediConn's Presence in Key Healthcare Conferences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review MediConn's participation in important healthcare conferences. Such participation is strategic as it gives us exposure and access to trending market developments.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Key Healthcare Conferences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Healthcare Information and Management Systems Society (HIMSS) Global Conference is a key event for health information and technology professionals.</a:t>
            </a:r>
          </a:p>
          <a:p>
            <a:pPr>
              <a:spcAft>
                <a:spcPts val="400"/>
              </a:spcAft>
              <a:defRPr sz="1600">
                <a:solidFill>
                  <a:srgbClr val="404040"/>
                </a:solidFill>
              </a:defRPr>
            </a:pPr>
            <a:r>
              <a:t>The American Telemedicine Association (ATA) organizes an annual conference focusing on telehealth innovations.</a:t>
            </a:r>
          </a:p>
          <a:p>
            <a:pPr>
              <a:spcAft>
                <a:spcPts val="400"/>
              </a:spcAft>
              <a:defRPr sz="1600">
                <a:solidFill>
                  <a:srgbClr val="FF6347"/>
                </a:solidFill>
              </a:defRPr>
            </a:pPr>
            <a:r>
              <a:t>The Connected Health Conference focuses on the most pressing actionable technology and health trends.</a:t>
            </a:r>
          </a:p>
          <a:p>
            <a:pPr>
              <a:spcAft>
                <a:spcPts val="400"/>
              </a:spcAft>
              <a:defRPr sz="1600">
                <a:solidFill>
                  <a:srgbClr val="404040"/>
                </a:solidFill>
              </a:defRPr>
            </a:pPr>
            <a:r>
              <a:t>The mHealth Summit, held annually, provides a platform for healthcare professionals to discuss mobile, telehealth, and connected health initiatives.</a:t>
            </a:r>
          </a:p>
          <a:p>
            <a:pPr>
              <a:spcAft>
                <a:spcPts val="400"/>
              </a:spcAft>
              <a:defRPr sz="1600">
                <a:solidFill>
                  <a:srgbClr val="404040"/>
                </a:solidFill>
              </a:defRPr>
            </a:pPr>
            <a:r>
              <a:t>The World Health Care Congress (WHCC) hosts an annual event bringing together global healthcare stakeholders to share best practices.</a:t>
            </a:r>
          </a:p>
          <a:p>
            <a:pPr>
              <a:spcAft>
                <a:spcPts val="400"/>
              </a:spcAft>
              <a:defRPr sz="1600">
                <a:solidFill>
                  <a:srgbClr val="FF6347"/>
                </a:solidFill>
              </a:defRPr>
            </a:pPr>
            <a:r>
              <a:t>The e-Health Annual Conference &amp; Tradeshow is Canada's largest digital health event.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MediConn's Conference Participation in 2025</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MediConn Solutions participated in the ATA annual conference in May 2025.</a:t>
            </a:r>
          </a:p>
          <a:p>
            <a:pPr>
              <a:spcAft>
                <a:spcPts val="400"/>
              </a:spcAft>
              <a:defRPr sz="1600">
                <a:solidFill>
                  <a:srgbClr val="404040"/>
                </a:solidFill>
              </a:defRPr>
            </a:pPr>
            <a:r>
              <a:t>The company presented a case study at the Connected Health Conference in June 2025.</a:t>
            </a:r>
          </a:p>
          <a:p>
            <a:pPr>
              <a:spcAft>
                <a:spcPts val="400"/>
              </a:spcAft>
              <a:defRPr sz="1600">
                <a:solidFill>
                  <a:srgbClr val="FF6347"/>
                </a:solidFill>
              </a:defRPr>
            </a:pPr>
            <a:r>
              <a:t>MediConn Solutions was represented at the e-Health Annual Conference &amp; Tradeshow.</a:t>
            </a:r>
          </a:p>
          <a:p>
            <a:pPr>
              <a:spcAft>
                <a:spcPts val="400"/>
              </a:spcAft>
              <a:defRPr sz="1600">
                <a:solidFill>
                  <a:srgbClr val="404040"/>
                </a:solidFill>
              </a:defRPr>
            </a:pPr>
            <a:r>
              <a:t>The company did not participate in the HIMSS Global Conference or the mHealth Summit in 2025.</a:t>
            </a:r>
          </a:p>
          <a:p>
            <a:pPr>
              <a:spcAft>
                <a:spcPts val="400"/>
              </a:spcAft>
              <a:defRPr sz="1600">
                <a:solidFill>
                  <a:srgbClr val="404040"/>
                </a:solidFill>
              </a:defRPr>
            </a:pPr>
            <a:r>
              <a:t>MediConn Solutions participated in several regional healthcare conferences across Canada in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Impact of Conference Participation on Marketing Strategy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Conference participation has facilitated networking with potential clients and partners.</a:t>
            </a:r>
          </a:p>
          <a:p>
            <a:pPr>
              <a:spcAft>
                <a:spcPts val="600"/>
              </a:spcAft>
              <a:defRPr sz="1800">
                <a:solidFill>
                  <a:srgbClr val="404040"/>
                </a:solidFill>
              </a:defRPr>
            </a:pPr>
            <a:r>
              <a:t>It has provided insights into the latest healthcare trends and technologies.</a:t>
            </a:r>
          </a:p>
          <a:p>
            <a:pPr>
              <a:spcAft>
                <a:spcPts val="600"/>
              </a:spcAft>
              <a:defRPr sz="1800">
                <a:solidFill>
                  <a:srgbClr val="FF6347"/>
                </a:solidFill>
              </a:defRPr>
            </a:pPr>
            <a:r>
              <a:t>The company has leveraged conference exposure to enhance its brand visibility.</a:t>
            </a:r>
          </a:p>
          <a:p>
            <a:pPr>
              <a:spcAft>
                <a:spcPts val="600"/>
              </a:spcAft>
              <a:defRPr sz="1800">
                <a:solidFill>
                  <a:srgbClr val="404040"/>
                </a:solidFill>
              </a:defRPr>
            </a:pPr>
            <a:r>
              <a:t>Conference participation has helped MediConn to benchmark its services against industry standards.</a:t>
            </a:r>
          </a:p>
          <a:p>
            <a:pPr>
              <a:spcAft>
                <a:spcPts val="600"/>
              </a:spcAft>
              <a:defRPr sz="1800">
                <a:solidFill>
                  <a:srgbClr val="404040"/>
                </a:solidFill>
              </a:defRPr>
            </a:pPr>
            <a:r>
              <a:t>The company has gained insights into market needs which have informed product development.</a:t>
            </a:r>
          </a:p>
          <a:p>
            <a:pPr>
              <a:spcAft>
                <a:spcPts val="600"/>
              </a:spcAft>
              <a:defRPr sz="1800">
                <a:solidFill>
                  <a:srgbClr val="FF6347"/>
                </a:solidFill>
              </a:defRPr>
            </a:pPr>
            <a:r>
              <a:t>Business leads generated from conference participation have been integrated into the sales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Our strategic presence in key conferences has been crucial in staying ahead of market trends and networking with industry stakeholders. Moving forward, we must continue to prioritize these opportunities to further strengthen our marketing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