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ZEV Mandate Compliance: Supply Chain Investments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 response to Canada's revised ZEV mandate, understanding and implementing updated compliance documentation is crucial for Elexion Automotive. This presentation will discuss how we can effectively verify and record supply-chain investment credits by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Overview of Canada’s Revised ZEV Mandate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order to align with Canada's updated ZEV mandate, Elexion Automotive needs to revamp its compliance documentation framework.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critical aspect of this transition involves ensuring our compliance staff are adequately trained on the revised verification protocols.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training scope is expected to encompass approximately 55 of our compliance personnel.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These personnel will collectively require around 1,200 hours of training to fully comprehend the new protocols.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By Q2 2026, we need to have completed this training to avoid creating audit gaps.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training timeline, in turn, will impact our budget and scheduling decisions for the fiscal year 2026.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Therefore, it is crucial that we structure our compliance documentation framework in a manner that allows sufficient time for staff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Current Compliance Documentation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 Automotive uses a GRC software tool for managing documentation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current documentation process involves three departments: procurement, legal, and finance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documentation framework was last updated in 2018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Quarterly audits are conducted to ensure the accuracy of the documentation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existing framework's storage system is cloud-based for easy access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All documents in the framework are encrypted to ensure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Proposed Changes to Documentation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Introducing a new process for document verification that includes AI technology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Integration of blockchain technology for secure and transparent transactions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Moving towards a paperless documentation system by 2025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a new training program for employees to adapt to the changes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Upgrading the GRC software tool to a newer version for better performance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Implementing a two-factor authentication system for accessing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By aligning our compliance documentation framework with the updated ZEV mandate, Elexion Automotive can ensure proper recording of supply-chain investment credits. Moving forward, let's strategize on implementing these proposed changes for a smooth transition by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