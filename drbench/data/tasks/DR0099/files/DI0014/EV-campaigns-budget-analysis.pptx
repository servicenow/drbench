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Elexion EV Campaigns Marketing Budget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delve into Elexion's marketing budget allocation in 2025, focusing on our electric vehicle awareness campaigns. We aim to evaluate the effectiveness of our investments and identify opportunities for future growth.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Marketing Budget Allocation Overview 2025</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Total marketing budget for 2025 was $40 million</a:t>
            </a:r>
          </a:p>
          <a:p>
            <a:pPr>
              <a:spcAft>
                <a:spcPts val="400"/>
              </a:spcAft>
              <a:defRPr sz="1600">
                <a:solidFill>
                  <a:srgbClr val="404040"/>
                </a:solidFill>
              </a:defRPr>
            </a:pPr>
            <a:r>
              <a:t>30% of the budget was allocated to digital advertising</a:t>
            </a:r>
          </a:p>
          <a:p>
            <a:pPr>
              <a:spcAft>
                <a:spcPts val="400"/>
              </a:spcAft>
              <a:defRPr sz="1600">
                <a:solidFill>
                  <a:srgbClr val="FFD700"/>
                </a:solidFill>
              </a:defRPr>
            </a:pPr>
            <a:r>
              <a:t>Traditional media spend accounted for 20% of the total budget</a:t>
            </a:r>
          </a:p>
          <a:p>
            <a:pPr>
              <a:spcAft>
                <a:spcPts val="400"/>
              </a:spcAft>
              <a:defRPr sz="1600">
                <a:solidFill>
                  <a:srgbClr val="404040"/>
                </a:solidFill>
              </a:defRPr>
            </a:pPr>
            <a:r>
              <a:t>Marketing partnerships and collaborations consumed 15% of the budget</a:t>
            </a:r>
          </a:p>
          <a:p>
            <a:pPr>
              <a:spcAft>
                <a:spcPts val="400"/>
              </a:spcAft>
              <a:defRPr sz="1600">
                <a:solidFill>
                  <a:srgbClr val="404040"/>
                </a:solidFill>
              </a:defRPr>
            </a:pPr>
            <a:r>
              <a:t>Remaining 35% was distributed among events, sponsorships, and internal marketing activities</a:t>
            </a:r>
          </a:p>
          <a:p>
            <a:pPr>
              <a:spcAft>
                <a:spcPts val="400"/>
              </a:spcAft>
              <a:defRPr sz="1600">
                <a:solidFill>
                  <a:srgbClr val="FFD700"/>
                </a:solidFill>
              </a:defRPr>
            </a:pPr>
            <a:r>
              <a:t>The marketing budget saw an increase of 10% compared to 2024 due to the launch of new EV 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Investment Impact on EV Awareness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Elexion's EV models gained significant popularity in 2025</a:t>
            </a:r>
          </a:p>
          <a:p>
            <a:pPr>
              <a:spcAft>
                <a:spcPts val="600"/>
              </a:spcAft>
              <a:defRPr sz="1800">
                <a:solidFill>
                  <a:srgbClr val="404040"/>
                </a:solidFill>
              </a:defRPr>
            </a:pPr>
            <a:r>
              <a:t>Increased investment in digital advertising led to a 20% rise in website traffic</a:t>
            </a:r>
          </a:p>
          <a:p>
            <a:pPr>
              <a:spcAft>
                <a:spcPts val="600"/>
              </a:spcAft>
              <a:defRPr sz="1800">
                <a:solidFill>
                  <a:srgbClr val="FFD700"/>
                </a:solidFill>
              </a:defRPr>
            </a:pPr>
            <a:r>
              <a:t>Collaborations with influencers brought a considerable boost to our social media engagement</a:t>
            </a:r>
          </a:p>
          <a:p>
            <a:pPr>
              <a:spcAft>
                <a:spcPts val="600"/>
              </a:spcAft>
              <a:defRPr sz="1800">
                <a:solidFill>
                  <a:srgbClr val="404040"/>
                </a:solidFill>
              </a:defRPr>
            </a:pPr>
            <a:r>
              <a:t>Sponsorships and events helped establish Elexion as a key player in the EV market</a:t>
            </a:r>
          </a:p>
          <a:p>
            <a:pPr>
              <a:spcAft>
                <a:spcPts val="600"/>
              </a:spcAft>
              <a:defRPr sz="1800">
                <a:solidFill>
                  <a:srgbClr val="404040"/>
                </a:solidFill>
              </a:defRPr>
            </a:pPr>
            <a:r>
              <a:t>Customer inquiries and showroom visits saw an increase of 25% in 2025</a:t>
            </a:r>
          </a:p>
          <a:p>
            <a:pPr>
              <a:spcAft>
                <a:spcPts val="600"/>
              </a:spcAft>
              <a:defRPr sz="1800">
                <a:solidFill>
                  <a:srgbClr val="FFD700"/>
                </a:solidFill>
              </a:defRPr>
            </a:pPr>
            <a:r>
              <a:t>However, the correlation between these metrics and specific marketing spends is not straightforward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Detailed Breakdown: EV Campaigns Spending</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Several EV awareness campaigns were launched in 2025</a:t>
            </a:r>
          </a:p>
          <a:p>
            <a:pPr>
              <a:spcAft>
                <a:spcPts val="400"/>
              </a:spcAft>
              <a:defRPr sz="1600">
                <a:solidFill>
                  <a:srgbClr val="404040"/>
                </a:solidFill>
              </a:defRPr>
            </a:pPr>
            <a:r>
              <a:t>Major campaigns were run during Q3 and Q4 of the year</a:t>
            </a:r>
          </a:p>
          <a:p>
            <a:pPr>
              <a:spcAft>
                <a:spcPts val="400"/>
              </a:spcAft>
              <a:defRPr sz="1600">
                <a:solidFill>
                  <a:srgbClr val="FFD700"/>
                </a:solidFill>
              </a:defRPr>
            </a:pPr>
            <a:r>
              <a:t>The 'Elexion Drives Green' campaign was the most successful in terms of audience reach</a:t>
            </a:r>
          </a:p>
          <a:p>
            <a:pPr>
              <a:spcAft>
                <a:spcPts val="400"/>
              </a:spcAft>
              <a:defRPr sz="1600">
                <a:solidFill>
                  <a:srgbClr val="404040"/>
                </a:solidFill>
              </a:defRPr>
            </a:pPr>
            <a:r>
              <a:t>The 'Charge Up Your Life' campaign was popular among younger demographics</a:t>
            </a:r>
          </a:p>
          <a:p>
            <a:pPr>
              <a:spcAft>
                <a:spcPts val="400"/>
              </a:spcAft>
              <a:defRPr sz="1600">
                <a:solidFill>
                  <a:srgbClr val="404040"/>
                </a:solidFill>
              </a:defRPr>
            </a:pPr>
            <a:r>
              <a:t>A significant portion of the campaign budget was invested in digital platforms</a:t>
            </a:r>
          </a:p>
          <a:p>
            <a:pPr>
              <a:spcAft>
                <a:spcPts val="400"/>
              </a:spcAft>
              <a:defRPr sz="1600">
                <a:solidFill>
                  <a:srgbClr val="FFD700"/>
                </a:solidFill>
              </a:defRPr>
            </a:pPr>
            <a:r>
              <a:t>Our marketing team collaborated with several eco-friendly organizations for these campaigns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Our 2025 marketing spend on EV awareness campaigns has significantly impacted our market positioning. Moving forward, we need to optimize these investments to further enhance our brand recognition and drive sales.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