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Reducing Service Desk Emails by Q2 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continually strive to improve our IT service operations, we've noticed a significant increase in service desk emails. Today, we'll explore potential strategies to reduce this volume by Q2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Current IT Service Desk Load Analysis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Q3 2025 data indicates that 35% of monthly service desk emails stem from inventory system access requests</a:t>
            </a:r>
          </a:p>
          <a:p>
            <a:pPr>
              <a:spcAft>
                <a:spcPts val="600"/>
              </a:spcAft>
              <a:defRPr sz="1800">
                <a:solidFill>
                  <a:srgbClr val="404040"/>
                </a:solidFill>
              </a:defRPr>
            </a:pPr>
            <a:r>
              <a:t>This represents a significant portion of overall service desk workload</a:t>
            </a:r>
          </a:p>
          <a:p>
            <a:pPr>
              <a:spcAft>
                <a:spcPts val="600"/>
              </a:spcAft>
              <a:defRPr sz="1800">
                <a:solidFill>
                  <a:srgbClr val="4682B4"/>
                </a:solidFill>
              </a:defRPr>
            </a:pPr>
            <a:r>
              <a:t>Streamlining inventory system access could significantly reduce service desk email volume</a:t>
            </a:r>
          </a:p>
          <a:p>
            <a:pPr>
              <a:spcAft>
                <a:spcPts val="600"/>
              </a:spcAft>
              <a:defRPr sz="1800">
                <a:solidFill>
                  <a:srgbClr val="404040"/>
                </a:solidFill>
              </a:defRPr>
            </a:pPr>
            <a:r>
              <a:t>Automating workflows, as demonstrated by a major U.S. retailer, could also contribute to a reduction in service desk emails</a:t>
            </a:r>
          </a:p>
          <a:p>
            <a:pPr>
              <a:spcAft>
                <a:spcPts val="600"/>
              </a:spcAft>
              <a:defRPr sz="1800">
                <a:solidFill>
                  <a:srgbClr val="404040"/>
                </a:solidFill>
              </a:defRPr>
            </a:pPr>
            <a:r>
              <a:t>Consolidating catalog items, as the same U.S. retailer did, could further decrease email volume</a:t>
            </a:r>
          </a:p>
          <a:p>
            <a:pPr>
              <a:spcAft>
                <a:spcPts val="600"/>
              </a:spcAft>
              <a:defRPr sz="1800">
                <a:solidFill>
                  <a:srgbClr val="4682B4"/>
                </a:solidFill>
              </a:defRPr>
            </a:pPr>
            <a:r>
              <a:t>Such measures could lead to faster resolution times and an improved IT service experience for our store associates</a:t>
            </a:r>
          </a:p>
          <a:p>
            <a:pPr>
              <a:spcAft>
                <a:spcPts val="600"/>
              </a:spcAft>
              <a:defRPr sz="1800">
                <a:solidFill>
                  <a:srgbClr val="404040"/>
                </a:solidFill>
              </a:defRPr>
            </a:pPr>
            <a:r>
              <a:t>Implementing these changes could potentially ease the load on our service desk by, the end of Q2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Enhancing ITIL-Based Practices for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We have implemented ITIL v4 practices since 2019 to manage IT services.</a:t>
            </a:r>
          </a:p>
          <a:p>
            <a:pPr>
              <a:spcAft>
                <a:spcPts val="600"/>
              </a:spcAft>
              <a:defRPr sz="1800">
                <a:solidFill>
                  <a:srgbClr val="404040"/>
                </a:solidFill>
              </a:defRPr>
            </a:pPr>
            <a:r>
              <a:t>The ITIL framework has improved the efficiency of our incident management process by 20%.</a:t>
            </a:r>
          </a:p>
          <a:p>
            <a:pPr>
              <a:spcAft>
                <a:spcPts val="600"/>
              </a:spcAft>
              <a:defRPr sz="1800">
                <a:solidFill>
                  <a:srgbClr val="4682B4"/>
                </a:solidFill>
              </a:defRPr>
            </a:pPr>
            <a:r>
              <a:t>We have established a regular training program for IT staff on ITIL practices.</a:t>
            </a:r>
          </a:p>
          <a:p>
            <a:pPr>
              <a:spcAft>
                <a:spcPts val="600"/>
              </a:spcAft>
              <a:defRPr sz="1800">
                <a:solidFill>
                  <a:srgbClr val="404040"/>
                </a:solidFill>
              </a:defRPr>
            </a:pPr>
            <a:r>
              <a:t>Our ITIL maturity level is 3, indicating a defined and managed process.</a:t>
            </a:r>
          </a:p>
          <a:p>
            <a:pPr>
              <a:spcAft>
                <a:spcPts val="600"/>
              </a:spcAft>
              <a:defRPr sz="1800">
                <a:solidFill>
                  <a:srgbClr val="404040"/>
                </a:solidFill>
              </a:defRPr>
            </a:pPr>
            <a:r>
              <a:t>ITIL has helped us create a standardized language for IT service management.</a:t>
            </a:r>
          </a:p>
          <a:p>
            <a:pPr>
              <a:spcAft>
                <a:spcPts val="600"/>
              </a:spcAft>
              <a:defRPr sz="1800">
                <a:solidFill>
                  <a:srgbClr val="4682B4"/>
                </a:solidFill>
              </a:defRPr>
            </a:pPr>
            <a:r>
              <a:t>We are planning to conduct an ITIL process audit in Q2 2026 to identify areas for improvement.</a:t>
            </a:r>
          </a:p>
          <a:p>
            <a:pPr>
              <a:spcAft>
                <a:spcPts val="600"/>
              </a:spcAft>
              <a:defRPr sz="1800">
                <a:solidFill>
                  <a:srgbClr val="404040"/>
                </a:solidFill>
              </a:defRPr>
            </a:pPr>
            <a:r>
              <a:t>We are considering developing an ITIL Service Strategy to align IT services with business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Proposed Changes in Incident Management Process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We are considering implementing an AI-based system for initial incident classification.</a:t>
            </a:r>
          </a:p>
          <a:p>
            <a:pPr>
              <a:spcAft>
                <a:spcPts val="400"/>
              </a:spcAft>
              <a:defRPr sz="1600">
                <a:solidFill>
                  <a:srgbClr val="404040"/>
                </a:solidFill>
              </a:defRPr>
            </a:pPr>
            <a:r>
              <a:t>A proposal to update our incident prioritization matrix is in progress.</a:t>
            </a:r>
          </a:p>
          <a:p>
            <a:pPr>
              <a:spcAft>
                <a:spcPts val="400"/>
              </a:spcAft>
              <a:defRPr sz="1600">
                <a:solidFill>
                  <a:srgbClr val="4682B4"/>
                </a:solidFill>
              </a:defRPr>
            </a:pPr>
            <a:r>
              <a:t>We plan to improve our incident management process by incorporating predictive analytics.</a:t>
            </a:r>
          </a:p>
          <a:p>
            <a:pPr>
              <a:spcAft>
                <a:spcPts val="400"/>
              </a:spcAft>
              <a:defRPr sz="1600">
                <a:solidFill>
                  <a:srgbClr val="404040"/>
                </a:solidFill>
              </a:defRPr>
            </a:pPr>
            <a:r>
              <a:t>An initiative is underway to improve communication with users during incident resolution.</a:t>
            </a:r>
          </a:p>
          <a:p>
            <a:pPr>
              <a:spcAft>
                <a:spcPts val="400"/>
              </a:spcAft>
              <a:defRPr sz="1600">
                <a:solidFill>
                  <a:srgbClr val="404040"/>
                </a:solidFill>
              </a:defRPr>
            </a:pPr>
            <a:r>
              <a:t>We are exploring the possibility of establishing a dedicated team to handle high-priority incidents.</a:t>
            </a:r>
          </a:p>
          <a:p>
            <a:pPr>
              <a:spcAft>
                <a:spcPts val="400"/>
              </a:spcAft>
              <a:defRPr sz="1600">
                <a:solidFill>
                  <a:srgbClr val="4682B4"/>
                </a:solidFill>
              </a:defRPr>
            </a:pPr>
            <a:r>
              <a:t>Proposed changes aim to reduce the average incident resolution time by 15%.</a:t>
            </a:r>
          </a:p>
          <a:p>
            <a:pPr>
              <a:spcAft>
                <a:spcPts val="400"/>
              </a:spcAft>
              <a:defRPr sz="1600">
                <a:solidFill>
                  <a:srgbClr val="404040"/>
                </a:solidFill>
              </a:defRPr>
            </a:pPr>
            <a:r>
              <a:t>We are considering implementing a self-service portal for routine issues.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By optimizing our ITIL-based practices and adjusting our incident management process, we can aim to decrease the volume of service desk emails significantly. Let's work together to implement these changes and monitor the results for Q2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