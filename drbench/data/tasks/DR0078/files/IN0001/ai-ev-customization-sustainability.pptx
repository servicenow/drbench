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Leveraging AI in EV Customization and Sustainability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Elexion Automotive continues to innovate in the electric vehicle market, it's essential we explore new technologies to meet our customers' needs. This presentation discusses how digital twins and AI-driven digital engineering can enable scalable customization and sustainable manufacturing.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Enhancing EV Customization with Digital Twins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As part of our 2026 digital readiness roadmap, our team is poised to digitize and calibrate a significant number of production assets, totaling to 1850 by August 5, 2026.</a:t>
            </a:r>
          </a:p>
          <a:p>
            <a:pPr>
              <a:spcAft>
                <a:spcPts val="400"/>
              </a:spcAft>
              <a:defRPr sz="1600">
                <a:solidFill>
                  <a:srgbClr val="404040"/>
                </a:solidFill>
              </a:defRPr>
            </a:pPr>
            <a:r>
              <a:t>These assets will play a crucial role in AI-integrated digital twin simulations, enabling scalable customization of our EV models.</a:t>
            </a:r>
          </a:p>
          <a:p>
            <a:pPr>
              <a:spcAft>
                <a:spcPts val="400"/>
              </a:spcAft>
              <a:defRPr sz="1600">
                <a:solidFill>
                  <a:srgbClr val="FFD700"/>
                </a:solidFill>
              </a:defRPr>
            </a:pPr>
            <a:r>
              <a:t>By leveraging digital twins, potential risks can be identified and mitigated early in the design and production stages, reducing material waste, reworks, and unexpected downtime.</a:t>
            </a:r>
          </a:p>
          <a:p>
            <a:pPr>
              <a:spcAft>
                <a:spcPts val="400"/>
              </a:spcAft>
              <a:defRPr sz="1600">
                <a:solidFill>
                  <a:srgbClr val="404040"/>
                </a:solidFill>
              </a:defRPr>
            </a:pPr>
            <a:r>
              <a:t>The integration of AI into our digital twin simulations will promote effective teamwork across design, production, and maintenance departments through the use of shared digital models.</a:t>
            </a:r>
          </a:p>
          <a:p>
            <a:pPr>
              <a:spcAft>
                <a:spcPts val="400"/>
              </a:spcAft>
              <a:defRPr sz="1600">
                <a:solidFill>
                  <a:srgbClr val="404040"/>
                </a:solidFill>
              </a:defRPr>
            </a:pPr>
            <a:r>
              <a:t>The unified view of product data from IoT sensors, production lines, and enterprise platforms will facilitate faster and more informed decision-making across the EV lifecycle.</a:t>
            </a:r>
          </a:p>
          <a:p>
            <a:pPr>
              <a:spcAft>
                <a:spcPts val="400"/>
              </a:spcAft>
              <a:defRPr sz="1600">
                <a:solidFill>
                  <a:srgbClr val="FFD700"/>
                </a:solidFill>
              </a:defRPr>
            </a:pPr>
            <a:r>
              <a:t>Efficient utilization of these digitized assets will aid in maintaining sustainable resource usage and reducing production costs.</a:t>
            </a:r>
          </a:p>
          <a:p>
            <a:pPr>
              <a:spcAft>
                <a:spcPts val="400"/>
              </a:spcAft>
              <a:defRPr sz="1600">
                <a:solidFill>
                  <a:srgbClr val="404040"/>
                </a:solidFill>
              </a:defRPr>
            </a:pPr>
            <a:r>
              <a:t>This strategic initiative aligns with our commitment to provide affordable EV options for mid-income families while accelerating the transition to zero-emission transportation.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Sustainable Manufacturing through AI-Driven Digital Engineering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AI-driven digital engineering can help to predict and optimize energy consumption during manufacturing</a:t>
            </a:r>
          </a:p>
          <a:p>
            <a:pPr>
              <a:spcAft>
                <a:spcPts val="600"/>
              </a:spcAft>
              <a:defRPr sz="1800">
                <a:solidFill>
                  <a:srgbClr val="404040"/>
                </a:solidFill>
              </a:defRPr>
            </a:pPr>
            <a:r>
              <a:t>Companies using AI in their manufacturing processes have reported a 20% reduction in waste</a:t>
            </a:r>
          </a:p>
          <a:p>
            <a:pPr>
              <a:spcAft>
                <a:spcPts val="600"/>
              </a:spcAft>
              <a:defRPr sz="1800">
                <a:solidFill>
                  <a:srgbClr val="FFD700"/>
                </a:solidFill>
              </a:defRPr>
            </a:pPr>
            <a:r>
              <a:t>Elexion's AI initiatives have so far focused on improving the efficiency of our battery production line</a:t>
            </a:r>
          </a:p>
          <a:p>
            <a:pPr>
              <a:spcAft>
                <a:spcPts val="600"/>
              </a:spcAft>
              <a:defRPr sz="1800">
                <a:solidFill>
                  <a:srgbClr val="404040"/>
                </a:solidFill>
              </a:defRPr>
            </a:pPr>
            <a:r>
              <a:t>Predictive maintenance, enabled by AI, can reduce equipment downtime and associated costs</a:t>
            </a:r>
          </a:p>
          <a:p>
            <a:pPr>
              <a:spcAft>
                <a:spcPts val="600"/>
              </a:spcAft>
              <a:defRPr sz="1800">
                <a:solidFill>
                  <a:srgbClr val="404040"/>
                </a:solidFill>
              </a:defRPr>
            </a:pPr>
            <a:r>
              <a:t>AI can also optimize logistics and supply chain management, reducing carbon emissions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Balancing Customization and Cost in EV Production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Greater customization requires more complex production processes, potentially increasing costs</a:t>
            </a:r>
          </a:p>
          <a:p>
            <a:pPr>
              <a:spcAft>
                <a:spcPts val="600"/>
              </a:spcAft>
              <a:defRPr sz="1800">
                <a:solidFill>
                  <a:srgbClr val="404040"/>
                </a:solidFill>
              </a:defRPr>
            </a:pPr>
            <a:r>
              <a:t>Elexion currently offers customers a choice of three different battery sizes in our vehicles</a:t>
            </a:r>
          </a:p>
          <a:p>
            <a:pPr>
              <a:spcAft>
                <a:spcPts val="600"/>
              </a:spcAft>
              <a:defRPr sz="1800">
                <a:solidFill>
                  <a:srgbClr val="FFD700"/>
                </a:solidFill>
              </a:defRPr>
            </a:pPr>
            <a:r>
              <a:t>By standardizing certain components, costs can be reduced while still offering a degree of customization</a:t>
            </a:r>
          </a:p>
          <a:p>
            <a:pPr>
              <a:spcAft>
                <a:spcPts val="600"/>
              </a:spcAft>
              <a:defRPr sz="1800">
                <a:solidFill>
                  <a:srgbClr val="404040"/>
                </a:solidFill>
              </a:defRPr>
            </a:pPr>
            <a:r>
              <a:t>Elexion's most popular custom feature is our range of interior finishes</a:t>
            </a:r>
          </a:p>
          <a:p>
            <a:pPr>
              <a:spcAft>
                <a:spcPts val="600"/>
              </a:spcAft>
              <a:defRPr sz="1800">
                <a:solidFill>
                  <a:srgbClr val="404040"/>
                </a:solidFill>
              </a:defRPr>
            </a:pPr>
            <a:r>
              <a:t>As of Q2 2025, customization options accounted for 12% of Elexion's total production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Implementing AI-enhanced digital twins could revolutionize our approach to EV customization and sustainability. As our next steps, we should identify potential partners for technological integration and begin feasibility studies for this initiative.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